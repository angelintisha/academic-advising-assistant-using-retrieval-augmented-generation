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60" r:id="rId4"/>
    <p:sldId id="261" r:id="rId5"/>
    <p:sldId id="263" r:id="rId6"/>
    <p:sldId id="264" r:id="rId7"/>
    <p:sldId id="265" r:id="rId8"/>
    <p:sldId id="266" r:id="rId9"/>
    <p:sldId id="262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7F469C-6D4B-4FD1-A266-7E298F7AC04D}" v="342" dt="2026-05-21T14:21:04.6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91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isha, Angelin" userId="38ed9f99-3e65-4a35-bcc7-b571e1707463" providerId="ADAL" clId="{41255673-6D9B-4CA5-9E15-6425E0B0074B}"/>
    <pc:docChg chg="undo custSel addSld delSld modSld sldOrd modMainMaster">
      <pc:chgData name="Tisha, Angelin" userId="38ed9f99-3e65-4a35-bcc7-b571e1707463" providerId="ADAL" clId="{41255673-6D9B-4CA5-9E15-6425E0B0074B}" dt="2026-05-21T14:24:35.516" v="1289" actId="478"/>
      <pc:docMkLst>
        <pc:docMk/>
      </pc:docMkLst>
      <pc:sldChg chg="addSp delSp modSp mod setBg">
        <pc:chgData name="Tisha, Angelin" userId="38ed9f99-3e65-4a35-bcc7-b571e1707463" providerId="ADAL" clId="{41255673-6D9B-4CA5-9E15-6425E0B0074B}" dt="2026-05-21T13:39:41.763" v="1044" actId="1076"/>
        <pc:sldMkLst>
          <pc:docMk/>
          <pc:sldMk cId="440632771" sldId="256"/>
        </pc:sldMkLst>
        <pc:spChg chg="mod">
          <ac:chgData name="Tisha, Angelin" userId="38ed9f99-3e65-4a35-bcc7-b571e1707463" providerId="ADAL" clId="{41255673-6D9B-4CA5-9E15-6425E0B0074B}" dt="2026-05-21T03:54:20.911" v="839" actId="20577"/>
          <ac:spMkLst>
            <pc:docMk/>
            <pc:sldMk cId="440632771" sldId="256"/>
            <ac:spMk id="2" creationId="{9066EE9C-3B67-DF22-5E37-9F4CE7F8E8D5}"/>
          </ac:spMkLst>
        </pc:spChg>
        <pc:spChg chg="mod">
          <ac:chgData name="Tisha, Angelin" userId="38ed9f99-3e65-4a35-bcc7-b571e1707463" providerId="ADAL" clId="{41255673-6D9B-4CA5-9E15-6425E0B0074B}" dt="2026-05-21T03:52:57.638" v="835" actId="1076"/>
          <ac:spMkLst>
            <pc:docMk/>
            <pc:sldMk cId="440632771" sldId="256"/>
            <ac:spMk id="3" creationId="{3CA2A622-E35E-663F-38C1-0233309E50A5}"/>
          </ac:spMkLst>
        </pc:spChg>
        <pc:spChg chg="add del mod">
          <ac:chgData name="Tisha, Angelin" userId="38ed9f99-3e65-4a35-bcc7-b571e1707463" providerId="ADAL" clId="{41255673-6D9B-4CA5-9E15-6425E0B0074B}" dt="2026-05-21T03:52:43.578" v="833"/>
          <ac:spMkLst>
            <pc:docMk/>
            <pc:sldMk cId="440632771" sldId="256"/>
            <ac:spMk id="4" creationId="{1AFC4132-5685-D4A3-8EBE-244BDE536981}"/>
          </ac:spMkLst>
        </pc:spChg>
        <pc:spChg chg="add del mod">
          <ac:chgData name="Tisha, Angelin" userId="38ed9f99-3e65-4a35-bcc7-b571e1707463" providerId="ADAL" clId="{41255673-6D9B-4CA5-9E15-6425E0B0074B}" dt="2026-05-21T13:39:19.919" v="1039" actId="478"/>
          <ac:spMkLst>
            <pc:docMk/>
            <pc:sldMk cId="440632771" sldId="256"/>
            <ac:spMk id="5" creationId="{8E2DA1D6-C4B1-1D4C-A7DC-093A44D681B2}"/>
          </ac:spMkLst>
        </pc:spChg>
        <pc:spChg chg="add mod">
          <ac:chgData name="Tisha, Angelin" userId="38ed9f99-3e65-4a35-bcc7-b571e1707463" providerId="ADAL" clId="{41255673-6D9B-4CA5-9E15-6425E0B0074B}" dt="2026-05-21T13:22:23.831" v="1019" actId="1076"/>
          <ac:spMkLst>
            <pc:docMk/>
            <pc:sldMk cId="440632771" sldId="256"/>
            <ac:spMk id="6" creationId="{40FB16DB-D714-3872-E391-14944553CC65}"/>
          </ac:spMkLst>
        </pc:spChg>
        <pc:picChg chg="add mod">
          <ac:chgData name="Tisha, Angelin" userId="38ed9f99-3e65-4a35-bcc7-b571e1707463" providerId="ADAL" clId="{41255673-6D9B-4CA5-9E15-6425E0B0074B}" dt="2026-05-21T13:39:41.763" v="1044" actId="1076"/>
          <ac:picMkLst>
            <pc:docMk/>
            <pc:sldMk cId="440632771" sldId="256"/>
            <ac:picMk id="7" creationId="{8BEFAD40-3B17-D565-4605-329EE1A254C4}"/>
          </ac:picMkLst>
        </pc:picChg>
      </pc:sldChg>
      <pc:sldChg chg="del setBg">
        <pc:chgData name="Tisha, Angelin" userId="38ed9f99-3e65-4a35-bcc7-b571e1707463" providerId="ADAL" clId="{41255673-6D9B-4CA5-9E15-6425E0B0074B}" dt="2026-05-21T02:25:46.078" v="94" actId="2696"/>
        <pc:sldMkLst>
          <pc:docMk/>
          <pc:sldMk cId="3253941131" sldId="257"/>
        </pc:sldMkLst>
      </pc:sldChg>
      <pc:sldChg chg="addSp delSp modSp mod setBg">
        <pc:chgData name="Tisha, Angelin" userId="38ed9f99-3e65-4a35-bcc7-b571e1707463" providerId="ADAL" clId="{41255673-6D9B-4CA5-9E15-6425E0B0074B}" dt="2026-05-21T13:58:16.658" v="1165" actId="1076"/>
        <pc:sldMkLst>
          <pc:docMk/>
          <pc:sldMk cId="2361903041" sldId="258"/>
        </pc:sldMkLst>
        <pc:spChg chg="mod">
          <ac:chgData name="Tisha, Angelin" userId="38ed9f99-3e65-4a35-bcc7-b571e1707463" providerId="ADAL" clId="{41255673-6D9B-4CA5-9E15-6425E0B0074B}" dt="2026-05-21T12:59:04.175" v="858" actId="120"/>
          <ac:spMkLst>
            <pc:docMk/>
            <pc:sldMk cId="2361903041" sldId="258"/>
            <ac:spMk id="2" creationId="{797DAFCC-9AC1-A255-0716-6F0EFBEB73A0}"/>
          </ac:spMkLst>
        </pc:spChg>
        <pc:spChg chg="mod">
          <ac:chgData name="Tisha, Angelin" userId="38ed9f99-3e65-4a35-bcc7-b571e1707463" providerId="ADAL" clId="{41255673-6D9B-4CA5-9E15-6425E0B0074B}" dt="2026-05-21T02:43:39.409" v="191" actId="207"/>
          <ac:spMkLst>
            <pc:docMk/>
            <pc:sldMk cId="2361903041" sldId="258"/>
            <ac:spMk id="3" creationId="{3D5EA427-B6E6-1F61-0FEA-40FF5454ACA5}"/>
          </ac:spMkLst>
        </pc:spChg>
        <pc:spChg chg="mod">
          <ac:chgData name="Tisha, Angelin" userId="38ed9f99-3e65-4a35-bcc7-b571e1707463" providerId="ADAL" clId="{41255673-6D9B-4CA5-9E15-6425E0B0074B}" dt="2026-05-21T02:43:45.766" v="193" actId="207"/>
          <ac:spMkLst>
            <pc:docMk/>
            <pc:sldMk cId="2361903041" sldId="258"/>
            <ac:spMk id="4" creationId="{9F7F1CDA-567B-5493-13D2-9ECF074A9A03}"/>
          </ac:spMkLst>
        </pc:spChg>
        <pc:spChg chg="mod">
          <ac:chgData name="Tisha, Angelin" userId="38ed9f99-3e65-4a35-bcc7-b571e1707463" providerId="ADAL" clId="{41255673-6D9B-4CA5-9E15-6425E0B0074B}" dt="2026-05-21T02:43:54.662" v="194" actId="207"/>
          <ac:spMkLst>
            <pc:docMk/>
            <pc:sldMk cId="2361903041" sldId="258"/>
            <ac:spMk id="6" creationId="{03DC31C3-E16C-9255-E499-E9263513FD3D}"/>
          </ac:spMkLst>
        </pc:spChg>
        <pc:spChg chg="mod">
          <ac:chgData name="Tisha, Angelin" userId="38ed9f99-3e65-4a35-bcc7-b571e1707463" providerId="ADAL" clId="{41255673-6D9B-4CA5-9E15-6425E0B0074B}" dt="2026-05-21T02:45:09.767" v="196" actId="122"/>
          <ac:spMkLst>
            <pc:docMk/>
            <pc:sldMk cId="2361903041" sldId="258"/>
            <ac:spMk id="7" creationId="{CAF73703-22D7-0AC1-84D5-EE5DD3BB263B}"/>
          </ac:spMkLst>
        </pc:spChg>
        <pc:spChg chg="add del mod">
          <ac:chgData name="Tisha, Angelin" userId="38ed9f99-3e65-4a35-bcc7-b571e1707463" providerId="ADAL" clId="{41255673-6D9B-4CA5-9E15-6425E0B0074B}" dt="2026-05-21T12:59:01.253" v="857"/>
          <ac:spMkLst>
            <pc:docMk/>
            <pc:sldMk cId="2361903041" sldId="258"/>
            <ac:spMk id="12" creationId="{3ABEE1CB-F1FE-7407-0500-93C3652C3310}"/>
          </ac:spMkLst>
        </pc:spChg>
        <pc:spChg chg="add del mod">
          <ac:chgData name="Tisha, Angelin" userId="38ed9f99-3e65-4a35-bcc7-b571e1707463" providerId="ADAL" clId="{41255673-6D9B-4CA5-9E15-6425E0B0074B}" dt="2026-05-21T13:40:29.968" v="1045" actId="478"/>
          <ac:spMkLst>
            <pc:docMk/>
            <pc:sldMk cId="2361903041" sldId="258"/>
            <ac:spMk id="13" creationId="{CDC5DD3E-8024-4BEB-54D6-8F74DC917903}"/>
          </ac:spMkLst>
        </pc:spChg>
        <pc:spChg chg="add del mod">
          <ac:chgData name="Tisha, Angelin" userId="38ed9f99-3e65-4a35-bcc7-b571e1707463" providerId="ADAL" clId="{41255673-6D9B-4CA5-9E15-6425E0B0074B}" dt="2026-05-21T12:59:45.740" v="862" actId="478"/>
          <ac:spMkLst>
            <pc:docMk/>
            <pc:sldMk cId="2361903041" sldId="258"/>
            <ac:spMk id="14" creationId="{1EC790E3-DF07-EA52-8AFE-928BD8E0A20C}"/>
          </ac:spMkLst>
        </pc:spChg>
        <pc:spChg chg="mod">
          <ac:chgData name="Tisha, Angelin" userId="38ed9f99-3e65-4a35-bcc7-b571e1707463" providerId="ADAL" clId="{41255673-6D9B-4CA5-9E15-6425E0B0074B}" dt="2026-05-21T12:59:34.388" v="861"/>
          <ac:spMkLst>
            <pc:docMk/>
            <pc:sldMk cId="2361903041" sldId="258"/>
            <ac:spMk id="16" creationId="{CA0019C2-CB17-85E8-C7C6-CB780FE59C6B}"/>
          </ac:spMkLst>
        </pc:spChg>
        <pc:spChg chg="mod">
          <ac:chgData name="Tisha, Angelin" userId="38ed9f99-3e65-4a35-bcc7-b571e1707463" providerId="ADAL" clId="{41255673-6D9B-4CA5-9E15-6425E0B0074B}" dt="2026-05-21T12:59:34.388" v="861"/>
          <ac:spMkLst>
            <pc:docMk/>
            <pc:sldMk cId="2361903041" sldId="258"/>
            <ac:spMk id="17" creationId="{CE5D7C53-08A3-17C5-9011-1F0971506048}"/>
          </ac:spMkLst>
        </pc:spChg>
        <pc:spChg chg="add del mod">
          <ac:chgData name="Tisha, Angelin" userId="38ed9f99-3e65-4a35-bcc7-b571e1707463" providerId="ADAL" clId="{41255673-6D9B-4CA5-9E15-6425E0B0074B}" dt="2026-05-21T13:01:54.855" v="878"/>
          <ac:spMkLst>
            <pc:docMk/>
            <pc:sldMk cId="2361903041" sldId="258"/>
            <ac:spMk id="18" creationId="{761A6F78-BC62-F355-CD42-7896B1A14920}"/>
          </ac:spMkLst>
        </pc:spChg>
        <pc:spChg chg="add del mod">
          <ac:chgData name="Tisha, Angelin" userId="38ed9f99-3e65-4a35-bcc7-b571e1707463" providerId="ADAL" clId="{41255673-6D9B-4CA5-9E15-6425E0B0074B}" dt="2026-05-21T13:40:49.885" v="1050" actId="478"/>
          <ac:spMkLst>
            <pc:docMk/>
            <pc:sldMk cId="2361903041" sldId="258"/>
            <ac:spMk id="19" creationId="{D9005D9A-B3A9-C1E5-2BDF-B86ECC4523A0}"/>
          </ac:spMkLst>
        </pc:spChg>
        <pc:spChg chg="add mod">
          <ac:chgData name="Tisha, Angelin" userId="38ed9f99-3e65-4a35-bcc7-b571e1707463" providerId="ADAL" clId="{41255673-6D9B-4CA5-9E15-6425E0B0074B}" dt="2026-05-21T13:00:41.871" v="868" actId="14100"/>
          <ac:spMkLst>
            <pc:docMk/>
            <pc:sldMk cId="2361903041" sldId="258"/>
            <ac:spMk id="20" creationId="{1B8E31E5-6A4D-14D2-22A5-73C88A2AAB7C}"/>
          </ac:spMkLst>
        </pc:spChg>
        <pc:spChg chg="mod">
          <ac:chgData name="Tisha, Angelin" userId="38ed9f99-3e65-4a35-bcc7-b571e1707463" providerId="ADAL" clId="{41255673-6D9B-4CA5-9E15-6425E0B0074B}" dt="2026-05-21T13:01:19.214" v="872" actId="1076"/>
          <ac:spMkLst>
            <pc:docMk/>
            <pc:sldMk cId="2361903041" sldId="258"/>
            <ac:spMk id="22" creationId="{A70B9B07-DE6A-9538-1F50-F66753688AA8}"/>
          </ac:spMkLst>
        </pc:spChg>
        <pc:spChg chg="mod">
          <ac:chgData name="Tisha, Angelin" userId="38ed9f99-3e65-4a35-bcc7-b571e1707463" providerId="ADAL" clId="{41255673-6D9B-4CA5-9E15-6425E0B0074B}" dt="2026-05-21T13:00:51.144" v="869"/>
          <ac:spMkLst>
            <pc:docMk/>
            <pc:sldMk cId="2361903041" sldId="258"/>
            <ac:spMk id="23" creationId="{632FE73C-447B-2583-53A0-5936D5888A04}"/>
          </ac:spMkLst>
        </pc:spChg>
        <pc:spChg chg="add del mod">
          <ac:chgData name="Tisha, Angelin" userId="38ed9f99-3e65-4a35-bcc7-b571e1707463" providerId="ADAL" clId="{41255673-6D9B-4CA5-9E15-6425E0B0074B}" dt="2026-05-21T13:40:58.804" v="1053" actId="478"/>
          <ac:spMkLst>
            <pc:docMk/>
            <pc:sldMk cId="2361903041" sldId="258"/>
            <ac:spMk id="24" creationId="{D3D8C082-3355-BAA3-E1DA-A0610140A725}"/>
          </ac:spMkLst>
        </pc:spChg>
        <pc:spChg chg="mod">
          <ac:chgData name="Tisha, Angelin" userId="38ed9f99-3e65-4a35-bcc7-b571e1707463" providerId="ADAL" clId="{41255673-6D9B-4CA5-9E15-6425E0B0074B}" dt="2026-05-21T13:01:41.417" v="875"/>
          <ac:spMkLst>
            <pc:docMk/>
            <pc:sldMk cId="2361903041" sldId="258"/>
            <ac:spMk id="26" creationId="{FEF71E87-78CA-527C-07BE-FA8872ABBDEC}"/>
          </ac:spMkLst>
        </pc:spChg>
        <pc:spChg chg="mod">
          <ac:chgData name="Tisha, Angelin" userId="38ed9f99-3e65-4a35-bcc7-b571e1707463" providerId="ADAL" clId="{41255673-6D9B-4CA5-9E15-6425E0B0074B}" dt="2026-05-21T13:01:41.417" v="875"/>
          <ac:spMkLst>
            <pc:docMk/>
            <pc:sldMk cId="2361903041" sldId="258"/>
            <ac:spMk id="27" creationId="{4CCCC640-9DE1-206C-B175-72D89B27BBFA}"/>
          </ac:spMkLst>
        </pc:spChg>
        <pc:spChg chg="mod">
          <ac:chgData name="Tisha, Angelin" userId="38ed9f99-3e65-4a35-bcc7-b571e1707463" providerId="ADAL" clId="{41255673-6D9B-4CA5-9E15-6425E0B0074B}" dt="2026-05-21T13:01:56.330" v="879"/>
          <ac:spMkLst>
            <pc:docMk/>
            <pc:sldMk cId="2361903041" sldId="258"/>
            <ac:spMk id="29" creationId="{2711B45C-F653-CF47-0060-439455E1A27A}"/>
          </ac:spMkLst>
        </pc:spChg>
        <pc:spChg chg="mod">
          <ac:chgData name="Tisha, Angelin" userId="38ed9f99-3e65-4a35-bcc7-b571e1707463" providerId="ADAL" clId="{41255673-6D9B-4CA5-9E15-6425E0B0074B}" dt="2026-05-21T13:01:56.330" v="879"/>
          <ac:spMkLst>
            <pc:docMk/>
            <pc:sldMk cId="2361903041" sldId="258"/>
            <ac:spMk id="30" creationId="{9989714A-2431-AC4F-9EF9-84923F5D6F5D}"/>
          </ac:spMkLst>
        </pc:spChg>
        <pc:spChg chg="mod">
          <ac:chgData name="Tisha, Angelin" userId="38ed9f99-3e65-4a35-bcc7-b571e1707463" providerId="ADAL" clId="{41255673-6D9B-4CA5-9E15-6425E0B0074B}" dt="2026-05-21T13:02:22.007" v="882"/>
          <ac:spMkLst>
            <pc:docMk/>
            <pc:sldMk cId="2361903041" sldId="258"/>
            <ac:spMk id="32" creationId="{468AD176-E5A1-E5AF-EC1D-0EA2326BCD5E}"/>
          </ac:spMkLst>
        </pc:spChg>
        <pc:spChg chg="mod">
          <ac:chgData name="Tisha, Angelin" userId="38ed9f99-3e65-4a35-bcc7-b571e1707463" providerId="ADAL" clId="{41255673-6D9B-4CA5-9E15-6425E0B0074B}" dt="2026-05-21T13:02:22.007" v="882"/>
          <ac:spMkLst>
            <pc:docMk/>
            <pc:sldMk cId="2361903041" sldId="258"/>
            <ac:spMk id="33" creationId="{9DFDC661-0D2B-DF4A-1529-2832E2811098}"/>
          </ac:spMkLst>
        </pc:spChg>
        <pc:spChg chg="add del mod">
          <ac:chgData name="Tisha, Angelin" userId="38ed9f99-3e65-4a35-bcc7-b571e1707463" providerId="ADAL" clId="{41255673-6D9B-4CA5-9E15-6425E0B0074B}" dt="2026-05-21T13:40:52.912" v="1051" actId="478"/>
          <ac:spMkLst>
            <pc:docMk/>
            <pc:sldMk cId="2361903041" sldId="258"/>
            <ac:spMk id="34" creationId="{558BAD95-B359-5893-8BF2-2C28CA586482}"/>
          </ac:spMkLst>
        </pc:spChg>
        <pc:spChg chg="add del mod">
          <ac:chgData name="Tisha, Angelin" userId="38ed9f99-3e65-4a35-bcc7-b571e1707463" providerId="ADAL" clId="{41255673-6D9B-4CA5-9E15-6425E0B0074B}" dt="2026-05-21T13:41:07.676" v="1056" actId="478"/>
          <ac:spMkLst>
            <pc:docMk/>
            <pc:sldMk cId="2361903041" sldId="258"/>
            <ac:spMk id="35" creationId="{EF0233DB-D593-5CB2-9944-830E427D7A3D}"/>
          </ac:spMkLst>
        </pc:spChg>
        <pc:spChg chg="add del mod">
          <ac:chgData name="Tisha, Angelin" userId="38ed9f99-3e65-4a35-bcc7-b571e1707463" providerId="ADAL" clId="{41255673-6D9B-4CA5-9E15-6425E0B0074B}" dt="2026-05-21T13:41:12.134" v="1057" actId="478"/>
          <ac:spMkLst>
            <pc:docMk/>
            <pc:sldMk cId="2361903041" sldId="258"/>
            <ac:spMk id="36" creationId="{40DFF187-5A7F-7C2A-A4F8-06498B51B478}"/>
          </ac:spMkLst>
        </pc:spChg>
        <pc:spChg chg="add del mod">
          <ac:chgData name="Tisha, Angelin" userId="38ed9f99-3e65-4a35-bcc7-b571e1707463" providerId="ADAL" clId="{41255673-6D9B-4CA5-9E15-6425E0B0074B}" dt="2026-05-21T13:41:01.370" v="1054" actId="478"/>
          <ac:spMkLst>
            <pc:docMk/>
            <pc:sldMk cId="2361903041" sldId="258"/>
            <ac:spMk id="37" creationId="{199EB96D-6263-6C42-071A-8700DE23E032}"/>
          </ac:spMkLst>
        </pc:spChg>
        <pc:grpChg chg="add mod">
          <ac:chgData name="Tisha, Angelin" userId="38ed9f99-3e65-4a35-bcc7-b571e1707463" providerId="ADAL" clId="{41255673-6D9B-4CA5-9E15-6425E0B0074B}" dt="2026-05-21T12:59:34.388" v="861"/>
          <ac:grpSpMkLst>
            <pc:docMk/>
            <pc:sldMk cId="2361903041" sldId="258"/>
            <ac:grpSpMk id="15" creationId="{C8489F83-E596-6A56-5914-EE60828B8534}"/>
          </ac:grpSpMkLst>
        </pc:grpChg>
        <pc:grpChg chg="add del mod">
          <ac:chgData name="Tisha, Angelin" userId="38ed9f99-3e65-4a35-bcc7-b571e1707463" providerId="ADAL" clId="{41255673-6D9B-4CA5-9E15-6425E0B0074B}" dt="2026-05-21T13:02:09.967" v="881" actId="478"/>
          <ac:grpSpMkLst>
            <pc:docMk/>
            <pc:sldMk cId="2361903041" sldId="258"/>
            <ac:grpSpMk id="21" creationId="{1E05793D-3B39-C4E9-9BD9-6864CD5B3EBE}"/>
          </ac:grpSpMkLst>
        </pc:grpChg>
        <pc:grpChg chg="add del mod">
          <ac:chgData name="Tisha, Angelin" userId="38ed9f99-3e65-4a35-bcc7-b571e1707463" providerId="ADAL" clId="{41255673-6D9B-4CA5-9E15-6425E0B0074B}" dt="2026-05-21T13:41:04.335" v="1055" actId="478"/>
          <ac:grpSpMkLst>
            <pc:docMk/>
            <pc:sldMk cId="2361903041" sldId="258"/>
            <ac:grpSpMk id="25" creationId="{A2F505D3-C282-665C-EF34-0264A2110BC3}"/>
          </ac:grpSpMkLst>
        </pc:grpChg>
        <pc:grpChg chg="add del mod">
          <ac:chgData name="Tisha, Angelin" userId="38ed9f99-3e65-4a35-bcc7-b571e1707463" providerId="ADAL" clId="{41255673-6D9B-4CA5-9E15-6425E0B0074B}" dt="2026-05-21T13:41:14.783" v="1058" actId="478"/>
          <ac:grpSpMkLst>
            <pc:docMk/>
            <pc:sldMk cId="2361903041" sldId="258"/>
            <ac:grpSpMk id="28" creationId="{AB55AA11-3001-F860-9645-8F9E2B6DCA64}"/>
          </ac:grpSpMkLst>
        </pc:grpChg>
        <pc:grpChg chg="add del mod">
          <ac:chgData name="Tisha, Angelin" userId="38ed9f99-3e65-4a35-bcc7-b571e1707463" providerId="ADAL" clId="{41255673-6D9B-4CA5-9E15-6425E0B0074B}" dt="2026-05-21T13:40:56.467" v="1052" actId="478"/>
          <ac:grpSpMkLst>
            <pc:docMk/>
            <pc:sldMk cId="2361903041" sldId="258"/>
            <ac:grpSpMk id="31" creationId="{E86CCA46-0A6C-7CC1-36C3-0C90BC915FA4}"/>
          </ac:grpSpMkLst>
        </pc:grpChg>
        <pc:picChg chg="add mod">
          <ac:chgData name="Tisha, Angelin" userId="38ed9f99-3e65-4a35-bcc7-b571e1707463" providerId="ADAL" clId="{41255673-6D9B-4CA5-9E15-6425E0B0074B}" dt="2026-05-21T13:41:31.343" v="1060" actId="1076"/>
          <ac:picMkLst>
            <pc:docMk/>
            <pc:sldMk cId="2361903041" sldId="258"/>
            <ac:picMk id="8" creationId="{E9A411A3-16FA-FEFB-A50F-F715442D06F1}"/>
          </ac:picMkLst>
        </pc:picChg>
        <pc:picChg chg="add mod">
          <ac:chgData name="Tisha, Angelin" userId="38ed9f99-3e65-4a35-bcc7-b571e1707463" providerId="ADAL" clId="{41255673-6D9B-4CA5-9E15-6425E0B0074B}" dt="2026-05-21T13:58:16.658" v="1165" actId="1076"/>
          <ac:picMkLst>
            <pc:docMk/>
            <pc:sldMk cId="2361903041" sldId="258"/>
            <ac:picMk id="10" creationId="{FDC9E72A-E451-2D31-14BF-F176376567F2}"/>
          </ac:picMkLst>
        </pc:picChg>
        <pc:cxnChg chg="mod">
          <ac:chgData name="Tisha, Angelin" userId="38ed9f99-3e65-4a35-bcc7-b571e1707463" providerId="ADAL" clId="{41255673-6D9B-4CA5-9E15-6425E0B0074B}" dt="2026-05-21T02:25:24.386" v="92" actId="692"/>
          <ac:cxnSpMkLst>
            <pc:docMk/>
            <pc:sldMk cId="2361903041" sldId="258"/>
            <ac:cxnSpMk id="9" creationId="{8DC275AD-8A3C-81F7-EBFD-5A4F77FBCC09}"/>
          </ac:cxnSpMkLst>
        </pc:cxnChg>
      </pc:sldChg>
      <pc:sldChg chg="addSp delSp modSp add del mod">
        <pc:chgData name="Tisha, Angelin" userId="38ed9f99-3e65-4a35-bcc7-b571e1707463" providerId="ADAL" clId="{41255673-6D9B-4CA5-9E15-6425E0B0074B}" dt="2026-05-21T02:23:28.005" v="85" actId="2696"/>
        <pc:sldMkLst>
          <pc:docMk/>
          <pc:sldMk cId="2400663281" sldId="259"/>
        </pc:sldMkLst>
        <pc:spChg chg="mod">
          <ac:chgData name="Tisha, Angelin" userId="38ed9f99-3e65-4a35-bcc7-b571e1707463" providerId="ADAL" clId="{41255673-6D9B-4CA5-9E15-6425E0B0074B}" dt="2026-05-21T02:20:52.484" v="75" actId="207"/>
          <ac:spMkLst>
            <pc:docMk/>
            <pc:sldMk cId="2400663281" sldId="259"/>
            <ac:spMk id="2" creationId="{79CE34AA-3282-3954-5C21-159E89EE2A6A}"/>
          </ac:spMkLst>
        </pc:spChg>
        <pc:spChg chg="mod">
          <ac:chgData name="Tisha, Angelin" userId="38ed9f99-3e65-4a35-bcc7-b571e1707463" providerId="ADAL" clId="{41255673-6D9B-4CA5-9E15-6425E0B0074B}" dt="2026-05-21T02:21:02.004" v="77" actId="20577"/>
          <ac:spMkLst>
            <pc:docMk/>
            <pc:sldMk cId="2400663281" sldId="259"/>
            <ac:spMk id="3" creationId="{C7612EC8-EDCB-9B8A-F32D-A2D7EA25AA61}"/>
          </ac:spMkLst>
        </pc:spChg>
        <pc:spChg chg="del">
          <ac:chgData name="Tisha, Angelin" userId="38ed9f99-3e65-4a35-bcc7-b571e1707463" providerId="ADAL" clId="{41255673-6D9B-4CA5-9E15-6425E0B0074B}" dt="2026-05-21T02:07:06.842" v="24" actId="478"/>
          <ac:spMkLst>
            <pc:docMk/>
            <pc:sldMk cId="2400663281" sldId="259"/>
            <ac:spMk id="4" creationId="{0063BC15-3EB5-30B8-9370-7DB976D7A7B7}"/>
          </ac:spMkLst>
        </pc:spChg>
        <pc:spChg chg="del">
          <ac:chgData name="Tisha, Angelin" userId="38ed9f99-3e65-4a35-bcc7-b571e1707463" providerId="ADAL" clId="{41255673-6D9B-4CA5-9E15-6425E0B0074B}" dt="2026-05-21T02:07:15.418" v="26" actId="478"/>
          <ac:spMkLst>
            <pc:docMk/>
            <pc:sldMk cId="2400663281" sldId="259"/>
            <ac:spMk id="6" creationId="{6F298369-2CD8-52E3-DCA8-0996C960188D}"/>
          </ac:spMkLst>
        </pc:spChg>
        <pc:spChg chg="del">
          <ac:chgData name="Tisha, Angelin" userId="38ed9f99-3e65-4a35-bcc7-b571e1707463" providerId="ADAL" clId="{41255673-6D9B-4CA5-9E15-6425E0B0074B}" dt="2026-05-21T02:07:19.195" v="27" actId="478"/>
          <ac:spMkLst>
            <pc:docMk/>
            <pc:sldMk cId="2400663281" sldId="259"/>
            <ac:spMk id="7" creationId="{220ECD0C-C4EA-2181-103E-AB8CA1F61C02}"/>
          </ac:spMkLst>
        </pc:spChg>
        <pc:graphicFrameChg chg="add mod modGraphic">
          <ac:chgData name="Tisha, Angelin" userId="38ed9f99-3e65-4a35-bcc7-b571e1707463" providerId="ADAL" clId="{41255673-6D9B-4CA5-9E15-6425E0B0074B}" dt="2026-05-21T02:21:51.984" v="79" actId="1076"/>
          <ac:graphicFrameMkLst>
            <pc:docMk/>
            <pc:sldMk cId="2400663281" sldId="259"/>
            <ac:graphicFrameMk id="12" creationId="{4F62E3F0-2AD4-55E6-1DBD-5AAD514A1ABA}"/>
          </ac:graphicFrameMkLst>
        </pc:graphicFrameChg>
        <pc:inkChg chg="add del">
          <ac:chgData name="Tisha, Angelin" userId="38ed9f99-3e65-4a35-bcc7-b571e1707463" providerId="ADAL" clId="{41255673-6D9B-4CA5-9E15-6425E0B0074B}" dt="2026-05-21T02:08:01.988" v="29" actId="9405"/>
          <ac:inkMkLst>
            <pc:docMk/>
            <pc:sldMk cId="2400663281" sldId="259"/>
            <ac:inkMk id="5" creationId="{29DA63AC-0EB7-A5A2-759B-164BB1A51B5F}"/>
          </ac:inkMkLst>
        </pc:inkChg>
        <pc:inkChg chg="add del">
          <ac:chgData name="Tisha, Angelin" userId="38ed9f99-3e65-4a35-bcc7-b571e1707463" providerId="ADAL" clId="{41255673-6D9B-4CA5-9E15-6425E0B0074B}" dt="2026-05-21T02:08:13.071" v="33" actId="9405"/>
          <ac:inkMkLst>
            <pc:docMk/>
            <pc:sldMk cId="2400663281" sldId="259"/>
            <ac:inkMk id="8" creationId="{F26E91DB-D9A9-F93E-D1AC-E09CB5E6DC93}"/>
          </ac:inkMkLst>
        </pc:inkChg>
        <pc:inkChg chg="add del">
          <ac:chgData name="Tisha, Angelin" userId="38ed9f99-3e65-4a35-bcc7-b571e1707463" providerId="ADAL" clId="{41255673-6D9B-4CA5-9E15-6425E0B0074B}" dt="2026-05-21T02:08:12.610" v="32" actId="9405"/>
          <ac:inkMkLst>
            <pc:docMk/>
            <pc:sldMk cId="2400663281" sldId="259"/>
            <ac:inkMk id="10" creationId="{65D7673E-302D-4646-AF70-A494D5FF10F8}"/>
          </ac:inkMkLst>
        </pc:inkChg>
        <pc:inkChg chg="add del">
          <ac:chgData name="Tisha, Angelin" userId="38ed9f99-3e65-4a35-bcc7-b571e1707463" providerId="ADAL" clId="{41255673-6D9B-4CA5-9E15-6425E0B0074B}" dt="2026-05-21T02:08:26.337" v="35" actId="9405"/>
          <ac:inkMkLst>
            <pc:docMk/>
            <pc:sldMk cId="2400663281" sldId="259"/>
            <ac:inkMk id="11" creationId="{6A3B9733-7FA2-7D07-1DD3-C4DB14B4F53B}"/>
          </ac:inkMkLst>
        </pc:inkChg>
        <pc:inkChg chg="add">
          <ac:chgData name="Tisha, Angelin" userId="38ed9f99-3e65-4a35-bcc7-b571e1707463" providerId="ADAL" clId="{41255673-6D9B-4CA5-9E15-6425E0B0074B}" dt="2026-05-21T02:11:22.108" v="37" actId="9405"/>
          <ac:inkMkLst>
            <pc:docMk/>
            <pc:sldMk cId="2400663281" sldId="259"/>
            <ac:inkMk id="13" creationId="{F0BDFE34-BA0E-1811-18D4-F7946E58FD62}"/>
          </ac:inkMkLst>
        </pc:inkChg>
        <pc:inkChg chg="add">
          <ac:chgData name="Tisha, Angelin" userId="38ed9f99-3e65-4a35-bcc7-b571e1707463" providerId="ADAL" clId="{41255673-6D9B-4CA5-9E15-6425E0B0074B}" dt="2026-05-21T02:11:23.672" v="38" actId="9405"/>
          <ac:inkMkLst>
            <pc:docMk/>
            <pc:sldMk cId="2400663281" sldId="259"/>
            <ac:inkMk id="14" creationId="{4D1F9F05-6ADC-A52B-83F6-6B4B71171B83}"/>
          </ac:inkMkLst>
        </pc:inkChg>
        <pc:inkChg chg="add">
          <ac:chgData name="Tisha, Angelin" userId="38ed9f99-3e65-4a35-bcc7-b571e1707463" providerId="ADAL" clId="{41255673-6D9B-4CA5-9E15-6425E0B0074B}" dt="2026-05-21T02:11:27.871" v="39" actId="9405"/>
          <ac:inkMkLst>
            <pc:docMk/>
            <pc:sldMk cId="2400663281" sldId="259"/>
            <ac:inkMk id="15" creationId="{B0DBBE78-31CE-51AA-FB6B-E5AED109051B}"/>
          </ac:inkMkLst>
        </pc:inkChg>
        <pc:inkChg chg="add">
          <ac:chgData name="Tisha, Angelin" userId="38ed9f99-3e65-4a35-bcc7-b571e1707463" providerId="ADAL" clId="{41255673-6D9B-4CA5-9E15-6425E0B0074B}" dt="2026-05-21T02:11:28.094" v="40" actId="9405"/>
          <ac:inkMkLst>
            <pc:docMk/>
            <pc:sldMk cId="2400663281" sldId="259"/>
            <ac:inkMk id="16" creationId="{0AC01918-FB6E-EAB8-319F-7DC1BE633943}"/>
          </ac:inkMkLst>
        </pc:inkChg>
        <pc:inkChg chg="add del">
          <ac:chgData name="Tisha, Angelin" userId="38ed9f99-3e65-4a35-bcc7-b571e1707463" providerId="ADAL" clId="{41255673-6D9B-4CA5-9E15-6425E0B0074B}" dt="2026-05-21T02:11:30.127" v="42" actId="9405"/>
          <ac:inkMkLst>
            <pc:docMk/>
            <pc:sldMk cId="2400663281" sldId="259"/>
            <ac:inkMk id="17" creationId="{9B32F770-0423-243C-6C11-DD2C19F2B61D}"/>
          </ac:inkMkLst>
        </pc:inkChg>
        <pc:cxnChg chg="del">
          <ac:chgData name="Tisha, Angelin" userId="38ed9f99-3e65-4a35-bcc7-b571e1707463" providerId="ADAL" clId="{41255673-6D9B-4CA5-9E15-6425E0B0074B}" dt="2026-05-21T02:07:10.327" v="25" actId="478"/>
          <ac:cxnSpMkLst>
            <pc:docMk/>
            <pc:sldMk cId="2400663281" sldId="259"/>
            <ac:cxnSpMk id="9" creationId="{6374DC73-EA9F-BE10-6F42-E6E570FEE556}"/>
          </ac:cxnSpMkLst>
        </pc:cxnChg>
      </pc:sldChg>
      <pc:sldChg chg="addSp delSp modSp new mod setBg">
        <pc:chgData name="Tisha, Angelin" userId="38ed9f99-3e65-4a35-bcc7-b571e1707463" providerId="ADAL" clId="{41255673-6D9B-4CA5-9E15-6425E0B0074B}" dt="2026-05-21T13:58:09.298" v="1163" actId="21"/>
        <pc:sldMkLst>
          <pc:docMk/>
          <pc:sldMk cId="596853721" sldId="260"/>
        </pc:sldMkLst>
        <pc:spChg chg="mod">
          <ac:chgData name="Tisha, Angelin" userId="38ed9f99-3e65-4a35-bcc7-b571e1707463" providerId="ADAL" clId="{41255673-6D9B-4CA5-9E15-6425E0B0074B}" dt="2026-05-21T13:43:46.026" v="1069" actId="120"/>
          <ac:spMkLst>
            <pc:docMk/>
            <pc:sldMk cId="596853721" sldId="260"/>
            <ac:spMk id="2" creationId="{7E3514A2-3250-4DA7-2695-DD30B86FB837}"/>
          </ac:spMkLst>
        </pc:spChg>
        <pc:spChg chg="del mod">
          <ac:chgData name="Tisha, Angelin" userId="38ed9f99-3e65-4a35-bcc7-b571e1707463" providerId="ADAL" clId="{41255673-6D9B-4CA5-9E15-6425E0B0074B}" dt="2026-05-21T02:22:53.422" v="83"/>
          <ac:spMkLst>
            <pc:docMk/>
            <pc:sldMk cId="596853721" sldId="260"/>
            <ac:spMk id="3" creationId="{7F170478-FC5D-5CCC-A697-F79B8BAE2317}"/>
          </ac:spMkLst>
        </pc:spChg>
        <pc:graphicFrameChg chg="add mod">
          <ac:chgData name="Tisha, Angelin" userId="38ed9f99-3e65-4a35-bcc7-b571e1707463" providerId="ADAL" clId="{41255673-6D9B-4CA5-9E15-6425E0B0074B}" dt="2026-05-21T13:43:04.291" v="1064" actId="1076"/>
          <ac:graphicFrameMkLst>
            <pc:docMk/>
            <pc:sldMk cId="596853721" sldId="260"/>
            <ac:graphicFrameMk id="4" creationId="{91F39D36-2C5E-A0E5-EE29-2576F5BB18F0}"/>
          </ac:graphicFrameMkLst>
        </pc:graphicFrameChg>
        <pc:picChg chg="add del mod">
          <ac:chgData name="Tisha, Angelin" userId="38ed9f99-3e65-4a35-bcc7-b571e1707463" providerId="ADAL" clId="{41255673-6D9B-4CA5-9E15-6425E0B0074B}" dt="2026-05-21T13:58:09.298" v="1163" actId="21"/>
          <ac:picMkLst>
            <pc:docMk/>
            <pc:sldMk cId="596853721" sldId="260"/>
            <ac:picMk id="5" creationId="{FDC9E72A-E451-2D31-14BF-F176376567F2}"/>
          </ac:picMkLst>
        </pc:picChg>
      </pc:sldChg>
      <pc:sldChg chg="addSp delSp modSp new mod setBg">
        <pc:chgData name="Tisha, Angelin" userId="38ed9f99-3e65-4a35-bcc7-b571e1707463" providerId="ADAL" clId="{41255673-6D9B-4CA5-9E15-6425E0B0074B}" dt="2026-05-21T13:59:15.531" v="1168" actId="1076"/>
        <pc:sldMkLst>
          <pc:docMk/>
          <pc:sldMk cId="294588547" sldId="261"/>
        </pc:sldMkLst>
        <pc:spChg chg="mod">
          <ac:chgData name="Tisha, Angelin" userId="38ed9f99-3e65-4a35-bcc7-b571e1707463" providerId="ADAL" clId="{41255673-6D9B-4CA5-9E15-6425E0B0074B}" dt="2026-05-21T13:59:02.578" v="1167" actId="122"/>
          <ac:spMkLst>
            <pc:docMk/>
            <pc:sldMk cId="294588547" sldId="261"/>
            <ac:spMk id="2" creationId="{E871E7FD-0822-6579-2E0E-E31ACB9AEE17}"/>
          </ac:spMkLst>
        </pc:spChg>
        <pc:spChg chg="del">
          <ac:chgData name="Tisha, Angelin" userId="38ed9f99-3e65-4a35-bcc7-b571e1707463" providerId="ADAL" clId="{41255673-6D9B-4CA5-9E15-6425E0B0074B}" dt="2026-05-21T02:32:03.393" v="125" actId="1032"/>
          <ac:spMkLst>
            <pc:docMk/>
            <pc:sldMk cId="294588547" sldId="261"/>
            <ac:spMk id="3" creationId="{B6C2B181-135E-272B-4427-C36C2ED31204}"/>
          </ac:spMkLst>
        </pc:spChg>
        <pc:spChg chg="add del mod">
          <ac:chgData name="Tisha, Angelin" userId="38ed9f99-3e65-4a35-bcc7-b571e1707463" providerId="ADAL" clId="{41255673-6D9B-4CA5-9E15-6425E0B0074B}" dt="2026-05-21T03:51:19.564" v="817"/>
          <ac:spMkLst>
            <pc:docMk/>
            <pc:sldMk cId="294588547" sldId="261"/>
            <ac:spMk id="5" creationId="{06B33823-7ECA-18D8-00E5-30155345ACA9}"/>
          </ac:spMkLst>
        </pc:spChg>
        <pc:spChg chg="add del mod">
          <ac:chgData name="Tisha, Angelin" userId="38ed9f99-3e65-4a35-bcc7-b571e1707463" providerId="ADAL" clId="{41255673-6D9B-4CA5-9E15-6425E0B0074B}" dt="2026-05-21T13:45:55.583" v="1083" actId="478"/>
          <ac:spMkLst>
            <pc:docMk/>
            <pc:sldMk cId="294588547" sldId="261"/>
            <ac:spMk id="6" creationId="{7DF0EE63-5497-B5C5-6655-9741019DE73A}"/>
          </ac:spMkLst>
        </pc:spChg>
        <pc:graphicFrameChg chg="add mod modGraphic">
          <ac:chgData name="Tisha, Angelin" userId="38ed9f99-3e65-4a35-bcc7-b571e1707463" providerId="ADAL" clId="{41255673-6D9B-4CA5-9E15-6425E0B0074B}" dt="2026-05-21T13:48:19.598" v="1092" actId="1076"/>
          <ac:graphicFrameMkLst>
            <pc:docMk/>
            <pc:sldMk cId="294588547" sldId="261"/>
            <ac:graphicFrameMk id="4" creationId="{35D6F7C5-4164-6C33-7B61-3448969E5CC4}"/>
          </ac:graphicFrameMkLst>
        </pc:graphicFrameChg>
        <pc:picChg chg="add mod">
          <ac:chgData name="Tisha, Angelin" userId="38ed9f99-3e65-4a35-bcc7-b571e1707463" providerId="ADAL" clId="{41255673-6D9B-4CA5-9E15-6425E0B0074B}" dt="2026-05-21T13:59:15.531" v="1168" actId="1076"/>
          <ac:picMkLst>
            <pc:docMk/>
            <pc:sldMk cId="294588547" sldId="261"/>
            <ac:picMk id="5" creationId="{A96B2211-E22A-BACE-686B-0B8ACA61EF48}"/>
          </ac:picMkLst>
        </pc:picChg>
        <pc:picChg chg="add del mod">
          <ac:chgData name="Tisha, Angelin" userId="38ed9f99-3e65-4a35-bcc7-b571e1707463" providerId="ADAL" clId="{41255673-6D9B-4CA5-9E15-6425E0B0074B}" dt="2026-05-21T13:58:57.254" v="1166" actId="478"/>
          <ac:picMkLst>
            <pc:docMk/>
            <pc:sldMk cId="294588547" sldId="261"/>
            <ac:picMk id="8" creationId="{B7EF7360-23F6-6154-A4EA-623B9559C23F}"/>
          </ac:picMkLst>
        </pc:picChg>
      </pc:sldChg>
      <pc:sldChg chg="addSp delSp modSp new mod">
        <pc:chgData name="Tisha, Angelin" userId="38ed9f99-3e65-4a35-bcc7-b571e1707463" providerId="ADAL" clId="{41255673-6D9B-4CA5-9E15-6425E0B0074B}" dt="2026-05-21T14:24:35.516" v="1289" actId="478"/>
        <pc:sldMkLst>
          <pc:docMk/>
          <pc:sldMk cId="1852892017" sldId="262"/>
        </pc:sldMkLst>
        <pc:spChg chg="mod">
          <ac:chgData name="Tisha, Angelin" userId="38ed9f99-3e65-4a35-bcc7-b571e1707463" providerId="ADAL" clId="{41255673-6D9B-4CA5-9E15-6425E0B0074B}" dt="2026-05-21T03:28:34.298" v="547" actId="947"/>
          <ac:spMkLst>
            <pc:docMk/>
            <pc:sldMk cId="1852892017" sldId="262"/>
            <ac:spMk id="2" creationId="{8D12043F-04DC-FE92-4DBD-E377A78A8E4D}"/>
          </ac:spMkLst>
        </pc:spChg>
        <pc:spChg chg="del">
          <ac:chgData name="Tisha, Angelin" userId="38ed9f99-3e65-4a35-bcc7-b571e1707463" providerId="ADAL" clId="{41255673-6D9B-4CA5-9E15-6425E0B0074B}" dt="2026-05-21T03:29:16.416" v="548" actId="1032"/>
          <ac:spMkLst>
            <pc:docMk/>
            <pc:sldMk cId="1852892017" sldId="262"/>
            <ac:spMk id="3" creationId="{45AF8B67-441A-DFA3-EC79-945CAAA80A93}"/>
          </ac:spMkLst>
        </pc:spChg>
        <pc:graphicFrameChg chg="add mod modGraphic">
          <ac:chgData name="Tisha, Angelin" userId="38ed9f99-3e65-4a35-bcc7-b571e1707463" providerId="ADAL" clId="{41255673-6D9B-4CA5-9E15-6425E0B0074B}" dt="2026-05-21T13:24:18.868" v="1022" actId="12269"/>
          <ac:graphicFrameMkLst>
            <pc:docMk/>
            <pc:sldMk cId="1852892017" sldId="262"/>
            <ac:graphicFrameMk id="4" creationId="{CDC346F1-4954-8285-B38C-A5C975C3A17A}"/>
          </ac:graphicFrameMkLst>
        </pc:graphicFrameChg>
        <pc:picChg chg="add del mod">
          <ac:chgData name="Tisha, Angelin" userId="38ed9f99-3e65-4a35-bcc7-b571e1707463" providerId="ADAL" clId="{41255673-6D9B-4CA5-9E15-6425E0B0074B}" dt="2026-05-21T14:24:35.516" v="1289" actId="478"/>
          <ac:picMkLst>
            <pc:docMk/>
            <pc:sldMk cId="1852892017" sldId="262"/>
            <ac:picMk id="5" creationId="{BAE4D82B-73AE-BC9F-5948-63EEAD69F06A}"/>
          </ac:picMkLst>
        </pc:picChg>
        <pc:picChg chg="add mod">
          <ac:chgData name="Tisha, Angelin" userId="38ed9f99-3e65-4a35-bcc7-b571e1707463" providerId="ADAL" clId="{41255673-6D9B-4CA5-9E15-6425E0B0074B}" dt="2026-05-21T14:24:17.010" v="1288" actId="1076"/>
          <ac:picMkLst>
            <pc:docMk/>
            <pc:sldMk cId="1852892017" sldId="262"/>
            <ac:picMk id="7" creationId="{1B698049-F3D8-67F6-9D45-9C6A5CCF12C1}"/>
          </ac:picMkLst>
        </pc:picChg>
      </pc:sldChg>
      <pc:sldChg chg="addSp delSp modSp add mod">
        <pc:chgData name="Tisha, Angelin" userId="38ed9f99-3e65-4a35-bcc7-b571e1707463" providerId="ADAL" clId="{41255673-6D9B-4CA5-9E15-6425E0B0074B}" dt="2026-05-21T14:21:13.847" v="1276" actId="1076"/>
        <pc:sldMkLst>
          <pc:docMk/>
          <pc:sldMk cId="4036052512" sldId="263"/>
        </pc:sldMkLst>
        <pc:spChg chg="mod">
          <ac:chgData name="Tisha, Angelin" userId="38ed9f99-3e65-4a35-bcc7-b571e1707463" providerId="ADAL" clId="{41255673-6D9B-4CA5-9E15-6425E0B0074B}" dt="2026-05-21T03:22:42.322" v="522" actId="692"/>
          <ac:spMkLst>
            <pc:docMk/>
            <pc:sldMk cId="4036052512" sldId="263"/>
            <ac:spMk id="2" creationId="{64B66BF8-3EAB-32BA-A898-68250FCE315B}"/>
          </ac:spMkLst>
        </pc:spChg>
        <pc:spChg chg="add del mod">
          <ac:chgData name="Tisha, Angelin" userId="38ed9f99-3e65-4a35-bcc7-b571e1707463" providerId="ADAL" clId="{41255673-6D9B-4CA5-9E15-6425E0B0074B}" dt="2026-05-21T13:52:35.207" v="1118" actId="478"/>
          <ac:spMkLst>
            <pc:docMk/>
            <pc:sldMk cId="4036052512" sldId="263"/>
            <ac:spMk id="5" creationId="{BEB4B3A4-88DB-AAB3-2BF3-FC618459958C}"/>
          </ac:spMkLst>
        </pc:spChg>
        <pc:spChg chg="add mod">
          <ac:chgData name="Tisha, Angelin" userId="38ed9f99-3e65-4a35-bcc7-b571e1707463" providerId="ADAL" clId="{41255673-6D9B-4CA5-9E15-6425E0B0074B}" dt="2026-05-21T13:52:06.475" v="1110"/>
          <ac:spMkLst>
            <pc:docMk/>
            <pc:sldMk cId="4036052512" sldId="263"/>
            <ac:spMk id="7" creationId="{CA57EF57-1A83-A316-966D-E696D8E371F3}"/>
          </ac:spMkLst>
        </pc:spChg>
        <pc:spChg chg="add mod">
          <ac:chgData name="Tisha, Angelin" userId="38ed9f99-3e65-4a35-bcc7-b571e1707463" providerId="ADAL" clId="{41255673-6D9B-4CA5-9E15-6425E0B0074B}" dt="2026-05-21T13:52:32.829" v="1116"/>
          <ac:spMkLst>
            <pc:docMk/>
            <pc:sldMk cId="4036052512" sldId="263"/>
            <ac:spMk id="8" creationId="{07FB5FFB-377D-324E-1686-98B10582DFAC}"/>
          </ac:spMkLst>
        </pc:spChg>
        <pc:spChg chg="add mod">
          <ac:chgData name="Tisha, Angelin" userId="38ed9f99-3e65-4a35-bcc7-b571e1707463" providerId="ADAL" clId="{41255673-6D9B-4CA5-9E15-6425E0B0074B}" dt="2026-05-21T13:52:32.457" v="1115"/>
          <ac:spMkLst>
            <pc:docMk/>
            <pc:sldMk cId="4036052512" sldId="263"/>
            <ac:spMk id="9" creationId="{FE1B99A3-CB5D-1278-885F-ECC34AD8540E}"/>
          </ac:spMkLst>
        </pc:spChg>
        <pc:spChg chg="add mod">
          <ac:chgData name="Tisha, Angelin" userId="38ed9f99-3e65-4a35-bcc7-b571e1707463" providerId="ADAL" clId="{41255673-6D9B-4CA5-9E15-6425E0B0074B}" dt="2026-05-21T13:52:32.140" v="1114"/>
          <ac:spMkLst>
            <pc:docMk/>
            <pc:sldMk cId="4036052512" sldId="263"/>
            <ac:spMk id="10" creationId="{C7F3EE64-9AFF-F7F3-2B01-A46AE7FA8515}"/>
          </ac:spMkLst>
        </pc:spChg>
        <pc:graphicFrameChg chg="add del mod modGraphic">
          <ac:chgData name="Tisha, Angelin" userId="38ed9f99-3e65-4a35-bcc7-b571e1707463" providerId="ADAL" clId="{41255673-6D9B-4CA5-9E15-6425E0B0074B}" dt="2026-05-21T14:18:50.854" v="1268" actId="478"/>
          <ac:graphicFrameMkLst>
            <pc:docMk/>
            <pc:sldMk cId="4036052512" sldId="263"/>
            <ac:graphicFrameMk id="3" creationId="{3EDEE65E-81B0-97DB-B91F-311983C91257}"/>
          </ac:graphicFrameMkLst>
        </pc:graphicFrameChg>
        <pc:graphicFrameChg chg="add del mod modGraphic">
          <ac:chgData name="Tisha, Angelin" userId="38ed9f99-3e65-4a35-bcc7-b571e1707463" providerId="ADAL" clId="{41255673-6D9B-4CA5-9E15-6425E0B0074B}" dt="2026-05-21T14:21:13.847" v="1276" actId="1076"/>
          <ac:graphicFrameMkLst>
            <pc:docMk/>
            <pc:sldMk cId="4036052512" sldId="263"/>
            <ac:graphicFrameMk id="4" creationId="{67CE471C-87DE-7124-381A-F26EDDD429FB}"/>
          </ac:graphicFrameMkLst>
        </pc:graphicFrameChg>
        <pc:graphicFrameChg chg="add del mod modGraphic">
          <ac:chgData name="Tisha, Angelin" userId="38ed9f99-3e65-4a35-bcc7-b571e1707463" providerId="ADAL" clId="{41255673-6D9B-4CA5-9E15-6425E0B0074B}" dt="2026-05-21T13:52:34.669" v="1117" actId="1032"/>
          <ac:graphicFrameMkLst>
            <pc:docMk/>
            <pc:sldMk cId="4036052512" sldId="263"/>
            <ac:graphicFrameMk id="6" creationId="{51AF7191-8EBE-DCFC-EED5-66921A218E17}"/>
          </ac:graphicFrameMkLst>
        </pc:graphicFrameChg>
        <pc:picChg chg="add del mod">
          <ac:chgData name="Tisha, Angelin" userId="38ed9f99-3e65-4a35-bcc7-b571e1707463" providerId="ADAL" clId="{41255673-6D9B-4CA5-9E15-6425E0B0074B}" dt="2026-05-21T13:53:25.380" v="1132" actId="478"/>
          <ac:picMkLst>
            <pc:docMk/>
            <pc:sldMk cId="4036052512" sldId="263"/>
            <ac:picMk id="12" creationId="{E1623BE6-57DD-F79F-8527-FA263ADDB9FF}"/>
          </ac:picMkLst>
        </pc:picChg>
        <pc:picChg chg="add del mod">
          <ac:chgData name="Tisha, Angelin" userId="38ed9f99-3e65-4a35-bcc7-b571e1707463" providerId="ADAL" clId="{41255673-6D9B-4CA5-9E15-6425E0B0074B}" dt="2026-05-21T13:54:06.002" v="1136" actId="22"/>
          <ac:picMkLst>
            <pc:docMk/>
            <pc:sldMk cId="4036052512" sldId="263"/>
            <ac:picMk id="14" creationId="{63475BEB-9D9C-26B7-B4CF-F037A83335DC}"/>
          </ac:picMkLst>
        </pc:picChg>
        <pc:picChg chg="add del mod">
          <ac:chgData name="Tisha, Angelin" userId="38ed9f99-3e65-4a35-bcc7-b571e1707463" providerId="ADAL" clId="{41255673-6D9B-4CA5-9E15-6425E0B0074B}" dt="2026-05-21T14:21:08.415" v="1275" actId="478"/>
          <ac:picMkLst>
            <pc:docMk/>
            <pc:sldMk cId="4036052512" sldId="263"/>
            <ac:picMk id="16" creationId="{79A8AFBA-37B3-0060-0688-CFE50BF29C7E}"/>
          </ac:picMkLst>
        </pc:picChg>
      </pc:sldChg>
      <pc:sldChg chg="addSp delSp modSp add mod ord">
        <pc:chgData name="Tisha, Angelin" userId="38ed9f99-3e65-4a35-bcc7-b571e1707463" providerId="ADAL" clId="{41255673-6D9B-4CA5-9E15-6425E0B0074B}" dt="2026-05-21T14:01:59.289" v="1182" actId="1076"/>
        <pc:sldMkLst>
          <pc:docMk/>
          <pc:sldMk cId="2259942085" sldId="264"/>
        </pc:sldMkLst>
        <pc:spChg chg="mod">
          <ac:chgData name="Tisha, Angelin" userId="38ed9f99-3e65-4a35-bcc7-b571e1707463" providerId="ADAL" clId="{41255673-6D9B-4CA5-9E15-6425E0B0074B}" dt="2026-05-21T13:57:17.657" v="1157" actId="122"/>
          <ac:spMkLst>
            <pc:docMk/>
            <pc:sldMk cId="2259942085" sldId="264"/>
            <ac:spMk id="2" creationId="{E6F98C70-19B1-3EF0-BD99-C4D8060B9EC6}"/>
          </ac:spMkLst>
        </pc:spChg>
        <pc:spChg chg="mod">
          <ac:chgData name="Tisha, Angelin" userId="38ed9f99-3e65-4a35-bcc7-b571e1707463" providerId="ADAL" clId="{41255673-6D9B-4CA5-9E15-6425E0B0074B}" dt="2026-05-21T03:00:44.831" v="316" actId="20577"/>
          <ac:spMkLst>
            <pc:docMk/>
            <pc:sldMk cId="2259942085" sldId="264"/>
            <ac:spMk id="3" creationId="{B8F15767-E28D-FBE4-F09A-F04B188F95F1}"/>
          </ac:spMkLst>
        </pc:spChg>
        <pc:spChg chg="mod">
          <ac:chgData name="Tisha, Angelin" userId="38ed9f99-3e65-4a35-bcc7-b571e1707463" providerId="ADAL" clId="{41255673-6D9B-4CA5-9E15-6425E0B0074B}" dt="2026-05-21T03:02:29.733" v="368" actId="20577"/>
          <ac:spMkLst>
            <pc:docMk/>
            <pc:sldMk cId="2259942085" sldId="264"/>
            <ac:spMk id="4" creationId="{3A7FF605-2143-5908-1DEB-ACADE5DEB8C0}"/>
          </ac:spMkLst>
        </pc:spChg>
        <pc:spChg chg="mod">
          <ac:chgData name="Tisha, Angelin" userId="38ed9f99-3e65-4a35-bcc7-b571e1707463" providerId="ADAL" clId="{41255673-6D9B-4CA5-9E15-6425E0B0074B}" dt="2026-05-21T03:02:56.501" v="371"/>
          <ac:spMkLst>
            <pc:docMk/>
            <pc:sldMk cId="2259942085" sldId="264"/>
            <ac:spMk id="6" creationId="{7B820B58-B3F5-32C0-A5EB-BDC45686047B}"/>
          </ac:spMkLst>
        </pc:spChg>
        <pc:spChg chg="del">
          <ac:chgData name="Tisha, Angelin" userId="38ed9f99-3e65-4a35-bcc7-b571e1707463" providerId="ADAL" clId="{41255673-6D9B-4CA5-9E15-6425E0B0074B}" dt="2026-05-21T03:01:15.709" v="335" actId="478"/>
          <ac:spMkLst>
            <pc:docMk/>
            <pc:sldMk cId="2259942085" sldId="264"/>
            <ac:spMk id="7" creationId="{2F1AD155-BC30-1335-EDC0-5E6B9884449C}"/>
          </ac:spMkLst>
        </pc:spChg>
        <pc:graphicFrameChg chg="add del modGraphic">
          <ac:chgData name="Tisha, Angelin" userId="38ed9f99-3e65-4a35-bcc7-b571e1707463" providerId="ADAL" clId="{41255673-6D9B-4CA5-9E15-6425E0B0074B}" dt="2026-05-21T03:26:15.777" v="533" actId="1032"/>
          <ac:graphicFrameMkLst>
            <pc:docMk/>
            <pc:sldMk cId="2259942085" sldId="264"/>
            <ac:graphicFrameMk id="8" creationId="{E91B3D0C-CF3B-4E9B-518C-3EE5AD032836}"/>
          </ac:graphicFrameMkLst>
        </pc:graphicFrameChg>
        <pc:picChg chg="add del mod">
          <ac:chgData name="Tisha, Angelin" userId="38ed9f99-3e65-4a35-bcc7-b571e1707463" providerId="ADAL" clId="{41255673-6D9B-4CA5-9E15-6425E0B0074B}" dt="2026-05-21T13:57:13.829" v="1156" actId="478"/>
          <ac:picMkLst>
            <pc:docMk/>
            <pc:sldMk cId="2259942085" sldId="264"/>
            <ac:picMk id="7" creationId="{E5F5FACA-44B7-23B8-7211-6F398C17B8D8}"/>
          </ac:picMkLst>
        </pc:picChg>
        <pc:picChg chg="add del mod">
          <ac:chgData name="Tisha, Angelin" userId="38ed9f99-3e65-4a35-bcc7-b571e1707463" providerId="ADAL" clId="{41255673-6D9B-4CA5-9E15-6425E0B0074B}" dt="2026-05-21T14:00:19.809" v="1172" actId="478"/>
          <ac:picMkLst>
            <pc:docMk/>
            <pc:sldMk cId="2259942085" sldId="264"/>
            <ac:picMk id="10" creationId="{4E348648-853D-FCCC-D6CB-8E71A660B740}"/>
          </ac:picMkLst>
        </pc:picChg>
        <pc:picChg chg="add mod">
          <ac:chgData name="Tisha, Angelin" userId="38ed9f99-3e65-4a35-bcc7-b571e1707463" providerId="ADAL" clId="{41255673-6D9B-4CA5-9E15-6425E0B0074B}" dt="2026-05-21T14:01:38.747" v="1180" actId="1076"/>
          <ac:picMkLst>
            <pc:docMk/>
            <pc:sldMk cId="2259942085" sldId="264"/>
            <ac:picMk id="13" creationId="{EF3B7D52-4E84-E46B-CD60-5FA1B3EF5B8E}"/>
          </ac:picMkLst>
        </pc:picChg>
        <pc:cxnChg chg="del mod">
          <ac:chgData name="Tisha, Angelin" userId="38ed9f99-3e65-4a35-bcc7-b571e1707463" providerId="ADAL" clId="{41255673-6D9B-4CA5-9E15-6425E0B0074B}" dt="2026-05-21T13:56:59.255" v="1154" actId="478"/>
          <ac:cxnSpMkLst>
            <pc:docMk/>
            <pc:sldMk cId="2259942085" sldId="264"/>
            <ac:cxnSpMk id="9" creationId="{CECBAA19-DB25-0D4D-4385-02F23D683668}"/>
          </ac:cxnSpMkLst>
        </pc:cxnChg>
        <pc:cxnChg chg="add mod">
          <ac:chgData name="Tisha, Angelin" userId="38ed9f99-3e65-4a35-bcc7-b571e1707463" providerId="ADAL" clId="{41255673-6D9B-4CA5-9E15-6425E0B0074B}" dt="2026-05-21T14:01:59.289" v="1182" actId="1076"/>
          <ac:cxnSpMkLst>
            <pc:docMk/>
            <pc:sldMk cId="2259942085" sldId="264"/>
            <ac:cxnSpMk id="15" creationId="{3BE6E8E1-0F9C-389D-C70F-F6FB95DAB192}"/>
          </ac:cxnSpMkLst>
        </pc:cxnChg>
      </pc:sldChg>
      <pc:sldChg chg="addSp delSp modSp new mod">
        <pc:chgData name="Tisha, Angelin" userId="38ed9f99-3e65-4a35-bcc7-b571e1707463" providerId="ADAL" clId="{41255673-6D9B-4CA5-9E15-6425E0B0074B}" dt="2026-05-21T14:02:46.141" v="1184" actId="1076"/>
        <pc:sldMkLst>
          <pc:docMk/>
          <pc:sldMk cId="1989970535" sldId="265"/>
        </pc:sldMkLst>
        <pc:spChg chg="mod">
          <ac:chgData name="Tisha, Angelin" userId="38ed9f99-3e65-4a35-bcc7-b571e1707463" providerId="ADAL" clId="{41255673-6D9B-4CA5-9E15-6425E0B0074B}" dt="2026-05-21T03:23:07.068" v="526" actId="692"/>
          <ac:spMkLst>
            <pc:docMk/>
            <pc:sldMk cId="1989970535" sldId="265"/>
            <ac:spMk id="2" creationId="{C13BC2BE-DBC9-61B7-7547-202C4710B2F7}"/>
          </ac:spMkLst>
        </pc:spChg>
        <pc:spChg chg="add del mod">
          <ac:chgData name="Tisha, Angelin" userId="38ed9f99-3e65-4a35-bcc7-b571e1707463" providerId="ADAL" clId="{41255673-6D9B-4CA5-9E15-6425E0B0074B}" dt="2026-05-21T03:11:15.847" v="443"/>
          <ac:spMkLst>
            <pc:docMk/>
            <pc:sldMk cId="1989970535" sldId="265"/>
            <ac:spMk id="3" creationId="{CA0FA4CE-830C-7F23-4E47-B69951D0D1F3}"/>
          </ac:spMkLst>
        </pc:spChg>
        <pc:spChg chg="add del mod">
          <ac:chgData name="Tisha, Angelin" userId="38ed9f99-3e65-4a35-bcc7-b571e1707463" providerId="ADAL" clId="{41255673-6D9B-4CA5-9E15-6425E0B0074B}" dt="2026-05-21T03:05:58.493" v="409"/>
          <ac:spMkLst>
            <pc:docMk/>
            <pc:sldMk cId="1989970535" sldId="265"/>
            <ac:spMk id="4" creationId="{0EB505AA-FDC9-50A1-EEB0-9E1547210859}"/>
          </ac:spMkLst>
        </pc:spChg>
        <pc:spChg chg="add mod">
          <ac:chgData name="Tisha, Angelin" userId="38ed9f99-3e65-4a35-bcc7-b571e1707463" providerId="ADAL" clId="{41255673-6D9B-4CA5-9E15-6425E0B0074B}" dt="2026-05-21T03:05:57.634" v="408"/>
          <ac:spMkLst>
            <pc:docMk/>
            <pc:sldMk cId="1989970535" sldId="265"/>
            <ac:spMk id="5" creationId="{A80E35B1-58BC-A382-C720-A8CFF0F13C19}"/>
          </ac:spMkLst>
        </pc:spChg>
        <pc:spChg chg="add mod">
          <ac:chgData name="Tisha, Angelin" userId="38ed9f99-3e65-4a35-bcc7-b571e1707463" providerId="ADAL" clId="{41255673-6D9B-4CA5-9E15-6425E0B0074B}" dt="2026-05-21T03:09:09.011" v="417"/>
          <ac:spMkLst>
            <pc:docMk/>
            <pc:sldMk cId="1989970535" sldId="265"/>
            <ac:spMk id="7" creationId="{3A38F636-EE3B-B1B6-3C0D-73B107E8F2FE}"/>
          </ac:spMkLst>
        </pc:spChg>
        <pc:spChg chg="add del mod">
          <ac:chgData name="Tisha, Angelin" userId="38ed9f99-3e65-4a35-bcc7-b571e1707463" providerId="ADAL" clId="{41255673-6D9B-4CA5-9E15-6425E0B0074B}" dt="2026-05-21T03:11:13.708" v="436"/>
          <ac:spMkLst>
            <pc:docMk/>
            <pc:sldMk cId="1989970535" sldId="265"/>
            <ac:spMk id="8" creationId="{C2C668E1-8665-DB44-9ABC-A41D3CB6A48C}"/>
          </ac:spMkLst>
        </pc:spChg>
        <pc:spChg chg="add del mod">
          <ac:chgData name="Tisha, Angelin" userId="38ed9f99-3e65-4a35-bcc7-b571e1707463" providerId="ADAL" clId="{41255673-6D9B-4CA5-9E15-6425E0B0074B}" dt="2026-05-21T03:11:13.708" v="438"/>
          <ac:spMkLst>
            <pc:docMk/>
            <pc:sldMk cId="1989970535" sldId="265"/>
            <ac:spMk id="9" creationId="{6A33A925-2156-EB10-CC99-4B6F1EE3AEAF}"/>
          </ac:spMkLst>
        </pc:spChg>
        <pc:spChg chg="add mod">
          <ac:chgData name="Tisha, Angelin" userId="38ed9f99-3e65-4a35-bcc7-b571e1707463" providerId="ADAL" clId="{41255673-6D9B-4CA5-9E15-6425E0B0074B}" dt="2026-05-21T03:19:04.418" v="502" actId="14100"/>
          <ac:spMkLst>
            <pc:docMk/>
            <pc:sldMk cId="1989970535" sldId="265"/>
            <ac:spMk id="10" creationId="{BA31698B-8A8A-1FFA-7288-87AAF15DEAC2}"/>
          </ac:spMkLst>
        </pc:spChg>
        <pc:spChg chg="add del mod">
          <ac:chgData name="Tisha, Angelin" userId="38ed9f99-3e65-4a35-bcc7-b571e1707463" providerId="ADAL" clId="{41255673-6D9B-4CA5-9E15-6425E0B0074B}" dt="2026-05-21T03:11:13.710" v="440"/>
          <ac:spMkLst>
            <pc:docMk/>
            <pc:sldMk cId="1989970535" sldId="265"/>
            <ac:spMk id="11" creationId="{89F1DD8A-860D-AD9A-C43E-A5C21F0F14CC}"/>
          </ac:spMkLst>
        </pc:spChg>
        <pc:spChg chg="add del mod">
          <ac:chgData name="Tisha, Angelin" userId="38ed9f99-3e65-4a35-bcc7-b571e1707463" providerId="ADAL" clId="{41255673-6D9B-4CA5-9E15-6425E0B0074B}" dt="2026-05-21T03:11:13.710" v="442"/>
          <ac:spMkLst>
            <pc:docMk/>
            <pc:sldMk cId="1989970535" sldId="265"/>
            <ac:spMk id="12" creationId="{25868327-E330-EEDA-8323-09BF0464F782}"/>
          </ac:spMkLst>
        </pc:spChg>
        <pc:spChg chg="add mod">
          <ac:chgData name="Tisha, Angelin" userId="38ed9f99-3e65-4a35-bcc7-b571e1707463" providerId="ADAL" clId="{41255673-6D9B-4CA5-9E15-6425E0B0074B}" dt="2026-05-21T03:19:07.953" v="503" actId="1076"/>
          <ac:spMkLst>
            <pc:docMk/>
            <pc:sldMk cId="1989970535" sldId="265"/>
            <ac:spMk id="13" creationId="{57FC7B0C-E6F2-132B-9F61-C8CEAE3BF25D}"/>
          </ac:spMkLst>
        </pc:spChg>
        <pc:spChg chg="add del mod">
          <ac:chgData name="Tisha, Angelin" userId="38ed9f99-3e65-4a35-bcc7-b571e1707463" providerId="ADAL" clId="{41255673-6D9B-4CA5-9E15-6425E0B0074B}" dt="2026-05-21T03:20:19.828" v="508" actId="478"/>
          <ac:spMkLst>
            <pc:docMk/>
            <pc:sldMk cId="1989970535" sldId="265"/>
            <ac:spMk id="14" creationId="{71C4077C-B2BF-D0ED-8216-0A821F2A7079}"/>
          </ac:spMkLst>
        </pc:spChg>
        <pc:spChg chg="add mod">
          <ac:chgData name="Tisha, Angelin" userId="38ed9f99-3e65-4a35-bcc7-b571e1707463" providerId="ADAL" clId="{41255673-6D9B-4CA5-9E15-6425E0B0074B}" dt="2026-05-21T03:19:14.079" v="505" actId="14100"/>
          <ac:spMkLst>
            <pc:docMk/>
            <pc:sldMk cId="1989970535" sldId="265"/>
            <ac:spMk id="15" creationId="{258D91F8-409B-29D7-D354-C0BD2A767076}"/>
          </ac:spMkLst>
        </pc:spChg>
        <pc:spChg chg="add mod">
          <ac:chgData name="Tisha, Angelin" userId="38ed9f99-3e65-4a35-bcc7-b571e1707463" providerId="ADAL" clId="{41255673-6D9B-4CA5-9E15-6425E0B0074B}" dt="2026-05-21T03:20:47.089" v="512" actId="14100"/>
          <ac:spMkLst>
            <pc:docMk/>
            <pc:sldMk cId="1989970535" sldId="265"/>
            <ac:spMk id="16" creationId="{21A4B697-892D-B299-7891-9EFB4C513E4B}"/>
          </ac:spMkLst>
        </pc:spChg>
        <pc:graphicFrameChg chg="add del mod modGraphic">
          <ac:chgData name="Tisha, Angelin" userId="38ed9f99-3e65-4a35-bcc7-b571e1707463" providerId="ADAL" clId="{41255673-6D9B-4CA5-9E15-6425E0B0074B}" dt="2026-05-21T03:08:43.335" v="415" actId="1032"/>
          <ac:graphicFrameMkLst>
            <pc:docMk/>
            <pc:sldMk cId="1989970535" sldId="265"/>
            <ac:graphicFrameMk id="6" creationId="{A6E92AA0-3593-A97E-6E90-F0FF515DD07C}"/>
          </ac:graphicFrameMkLst>
        </pc:graphicFrameChg>
        <pc:picChg chg="add mod">
          <ac:chgData name="Tisha, Angelin" userId="38ed9f99-3e65-4a35-bcc7-b571e1707463" providerId="ADAL" clId="{41255673-6D9B-4CA5-9E15-6425E0B0074B}" dt="2026-05-21T14:02:46.141" v="1184" actId="1076"/>
          <ac:picMkLst>
            <pc:docMk/>
            <pc:sldMk cId="1989970535" sldId="265"/>
            <ac:picMk id="4" creationId="{90FE2D30-BE15-AC9D-0AEE-AEF7D579731F}"/>
          </ac:picMkLst>
        </pc:picChg>
      </pc:sldChg>
      <pc:sldChg chg="addSp delSp modSp add mod">
        <pc:chgData name="Tisha, Angelin" userId="38ed9f99-3e65-4a35-bcc7-b571e1707463" providerId="ADAL" clId="{41255673-6D9B-4CA5-9E15-6425E0B0074B}" dt="2026-05-21T14:03:05.641" v="1186" actId="1076"/>
        <pc:sldMkLst>
          <pc:docMk/>
          <pc:sldMk cId="135903598" sldId="266"/>
        </pc:sldMkLst>
        <pc:spChg chg="mod">
          <ac:chgData name="Tisha, Angelin" userId="38ed9f99-3e65-4a35-bcc7-b571e1707463" providerId="ADAL" clId="{41255673-6D9B-4CA5-9E15-6425E0B0074B}" dt="2026-05-21T03:23:34.135" v="530" actId="692"/>
          <ac:spMkLst>
            <pc:docMk/>
            <pc:sldMk cId="135903598" sldId="266"/>
            <ac:spMk id="2" creationId="{24D6F9EF-C643-CBCE-21C7-12FCA3424732}"/>
          </ac:spMkLst>
        </pc:spChg>
        <pc:spChg chg="add mod">
          <ac:chgData name="Tisha, Angelin" userId="38ed9f99-3e65-4a35-bcc7-b571e1707463" providerId="ADAL" clId="{41255673-6D9B-4CA5-9E15-6425E0B0074B}" dt="2026-05-21T03:16:39.292" v="477" actId="14100"/>
          <ac:spMkLst>
            <pc:docMk/>
            <pc:sldMk cId="135903598" sldId="266"/>
            <ac:spMk id="3" creationId="{346ADD25-2F4D-400B-291A-A99ADA27C5DF}"/>
          </ac:spMkLst>
        </pc:spChg>
        <pc:spChg chg="add mod">
          <ac:chgData name="Tisha, Angelin" userId="38ed9f99-3e65-4a35-bcc7-b571e1707463" providerId="ADAL" clId="{41255673-6D9B-4CA5-9E15-6425E0B0074B}" dt="2026-05-21T03:17:34.596" v="488" actId="14100"/>
          <ac:spMkLst>
            <pc:docMk/>
            <pc:sldMk cId="135903598" sldId="266"/>
            <ac:spMk id="4" creationId="{92B1E94C-49E5-798C-880B-8CDBD3EB901D}"/>
          </ac:spMkLst>
        </pc:spChg>
        <pc:spChg chg="add mod">
          <ac:chgData name="Tisha, Angelin" userId="38ed9f99-3e65-4a35-bcc7-b571e1707463" providerId="ADAL" clId="{41255673-6D9B-4CA5-9E15-6425E0B0074B}" dt="2026-05-21T03:17:45.876" v="490" actId="14100"/>
          <ac:spMkLst>
            <pc:docMk/>
            <pc:sldMk cId="135903598" sldId="266"/>
            <ac:spMk id="5" creationId="{FE555EDD-68D3-99F5-3CF3-7E4C550DF529}"/>
          </ac:spMkLst>
        </pc:spChg>
        <pc:spChg chg="add mod">
          <ac:chgData name="Tisha, Angelin" userId="38ed9f99-3e65-4a35-bcc7-b571e1707463" providerId="ADAL" clId="{41255673-6D9B-4CA5-9E15-6425E0B0074B}" dt="2026-05-21T03:18:14.560" v="496" actId="14100"/>
          <ac:spMkLst>
            <pc:docMk/>
            <pc:sldMk cId="135903598" sldId="266"/>
            <ac:spMk id="6" creationId="{431BEFC4-9707-D7DE-42AE-8AC0DA6293AB}"/>
          </ac:spMkLst>
        </pc:spChg>
        <pc:spChg chg="del">
          <ac:chgData name="Tisha, Angelin" userId="38ed9f99-3e65-4a35-bcc7-b571e1707463" providerId="ADAL" clId="{41255673-6D9B-4CA5-9E15-6425E0B0074B}" dt="2026-05-21T03:14:41.382" v="459" actId="478"/>
          <ac:spMkLst>
            <pc:docMk/>
            <pc:sldMk cId="135903598" sldId="266"/>
            <ac:spMk id="10" creationId="{B7F5AD5F-52B9-225B-ACB0-C6F0B2067A27}"/>
          </ac:spMkLst>
        </pc:spChg>
        <pc:spChg chg="del">
          <ac:chgData name="Tisha, Angelin" userId="38ed9f99-3e65-4a35-bcc7-b571e1707463" providerId="ADAL" clId="{41255673-6D9B-4CA5-9E15-6425E0B0074B}" dt="2026-05-21T03:14:54.373" v="463" actId="478"/>
          <ac:spMkLst>
            <pc:docMk/>
            <pc:sldMk cId="135903598" sldId="266"/>
            <ac:spMk id="13" creationId="{D07D6E75-F8D8-ABB6-2650-97A3E0732A47}"/>
          </ac:spMkLst>
        </pc:spChg>
        <pc:spChg chg="del">
          <ac:chgData name="Tisha, Angelin" userId="38ed9f99-3e65-4a35-bcc7-b571e1707463" providerId="ADAL" clId="{41255673-6D9B-4CA5-9E15-6425E0B0074B}" dt="2026-05-21T03:15:54.273" v="467" actId="478"/>
          <ac:spMkLst>
            <pc:docMk/>
            <pc:sldMk cId="135903598" sldId="266"/>
            <ac:spMk id="14" creationId="{42889C83-CA42-292D-EFE3-6820F1D3E132}"/>
          </ac:spMkLst>
        </pc:spChg>
        <pc:picChg chg="add mod">
          <ac:chgData name="Tisha, Angelin" userId="38ed9f99-3e65-4a35-bcc7-b571e1707463" providerId="ADAL" clId="{41255673-6D9B-4CA5-9E15-6425E0B0074B}" dt="2026-05-21T14:03:05.641" v="1186" actId="1076"/>
          <ac:picMkLst>
            <pc:docMk/>
            <pc:sldMk cId="135903598" sldId="266"/>
            <ac:picMk id="8" creationId="{7DCD5B3E-8264-EC08-9EC1-99E5107872FE}"/>
          </ac:picMkLst>
        </pc:picChg>
      </pc:sldChg>
      <pc:sldChg chg="addSp delSp modSp new mod">
        <pc:chgData name="Tisha, Angelin" userId="38ed9f99-3e65-4a35-bcc7-b571e1707463" providerId="ADAL" clId="{41255673-6D9B-4CA5-9E15-6425E0B0074B}" dt="2026-05-21T14:06:36.703" v="1211" actId="14100"/>
        <pc:sldMkLst>
          <pc:docMk/>
          <pc:sldMk cId="1005116903" sldId="267"/>
        </pc:sldMkLst>
        <pc:spChg chg="mod">
          <ac:chgData name="Tisha, Angelin" userId="38ed9f99-3e65-4a35-bcc7-b571e1707463" providerId="ADAL" clId="{41255673-6D9B-4CA5-9E15-6425E0B0074B}" dt="2026-05-21T13:28:22.410" v="1038" actId="20577"/>
          <ac:spMkLst>
            <pc:docMk/>
            <pc:sldMk cId="1005116903" sldId="267"/>
            <ac:spMk id="2" creationId="{29DA796A-5165-7550-5D5A-BC7031867FEB}"/>
          </ac:spMkLst>
        </pc:spChg>
        <pc:spChg chg="add del">
          <ac:chgData name="Tisha, Angelin" userId="38ed9f99-3e65-4a35-bcc7-b571e1707463" providerId="ADAL" clId="{41255673-6D9B-4CA5-9E15-6425E0B0074B}" dt="2026-05-21T03:42:39.924" v="664" actId="1032"/>
          <ac:spMkLst>
            <pc:docMk/>
            <pc:sldMk cId="1005116903" sldId="267"/>
            <ac:spMk id="3" creationId="{45BB9474-B4F2-E6B1-0C78-9DCE427F767A}"/>
          </ac:spMkLst>
        </pc:spChg>
        <pc:spChg chg="add del mod">
          <ac:chgData name="Tisha, Angelin" userId="38ed9f99-3e65-4a35-bcc7-b571e1707463" providerId="ADAL" clId="{41255673-6D9B-4CA5-9E15-6425E0B0074B}" dt="2026-05-21T03:49:56.156" v="805"/>
          <ac:spMkLst>
            <pc:docMk/>
            <pc:sldMk cId="1005116903" sldId="267"/>
            <ac:spMk id="9" creationId="{A188709C-5821-C4F6-8DA4-62808DD42033}"/>
          </ac:spMkLst>
        </pc:spChg>
        <pc:spChg chg="add del mod">
          <ac:chgData name="Tisha, Angelin" userId="38ed9f99-3e65-4a35-bcc7-b571e1707463" providerId="ADAL" clId="{41255673-6D9B-4CA5-9E15-6425E0B0074B}" dt="2026-05-21T14:06:15.475" v="1204" actId="478"/>
          <ac:spMkLst>
            <pc:docMk/>
            <pc:sldMk cId="1005116903" sldId="267"/>
            <ac:spMk id="10" creationId="{FDFD6A00-E040-EDC7-317A-306CDBA4E36E}"/>
          </ac:spMkLst>
        </pc:spChg>
        <pc:graphicFrameChg chg="add del mod modGraphic">
          <ac:chgData name="Tisha, Angelin" userId="38ed9f99-3e65-4a35-bcc7-b571e1707463" providerId="ADAL" clId="{41255673-6D9B-4CA5-9E15-6425E0B0074B}" dt="2026-05-21T03:40:59.060" v="657" actId="1032"/>
          <ac:graphicFrameMkLst>
            <pc:docMk/>
            <pc:sldMk cId="1005116903" sldId="267"/>
            <ac:graphicFrameMk id="6" creationId="{B923A275-F5D1-53DF-677F-01C5B752103C}"/>
          </ac:graphicFrameMkLst>
        </pc:graphicFrameChg>
        <pc:graphicFrameChg chg="add del modGraphic">
          <ac:chgData name="Tisha, Angelin" userId="38ed9f99-3e65-4a35-bcc7-b571e1707463" providerId="ADAL" clId="{41255673-6D9B-4CA5-9E15-6425E0B0074B}" dt="2026-05-21T03:42:23.932" v="661" actId="1032"/>
          <ac:graphicFrameMkLst>
            <pc:docMk/>
            <pc:sldMk cId="1005116903" sldId="267"/>
            <ac:graphicFrameMk id="7" creationId="{D6CB97E8-AE0A-0411-0609-C2A6DB80F92B}"/>
          </ac:graphicFrameMkLst>
        </pc:graphicFrameChg>
        <pc:graphicFrameChg chg="add mod modGraphic">
          <ac:chgData name="Tisha, Angelin" userId="38ed9f99-3e65-4a35-bcc7-b571e1707463" providerId="ADAL" clId="{41255673-6D9B-4CA5-9E15-6425E0B0074B}" dt="2026-05-21T03:48:45.792" v="792" actId="14100"/>
          <ac:graphicFrameMkLst>
            <pc:docMk/>
            <pc:sldMk cId="1005116903" sldId="267"/>
            <ac:graphicFrameMk id="8" creationId="{90A1107F-8D92-ACCF-472E-4C87ECE247C7}"/>
          </ac:graphicFrameMkLst>
        </pc:graphicFrameChg>
        <pc:picChg chg="add mod">
          <ac:chgData name="Tisha, Angelin" userId="38ed9f99-3e65-4a35-bcc7-b571e1707463" providerId="ADAL" clId="{41255673-6D9B-4CA5-9E15-6425E0B0074B}" dt="2026-05-21T14:06:36.703" v="1211" actId="14100"/>
          <ac:picMkLst>
            <pc:docMk/>
            <pc:sldMk cId="1005116903" sldId="267"/>
            <ac:picMk id="4" creationId="{A932DCE1-1C91-2705-0C74-188AC901FA60}"/>
          </ac:picMkLst>
        </pc:picChg>
        <pc:picChg chg="add del mod ord">
          <ac:chgData name="Tisha, Angelin" userId="38ed9f99-3e65-4a35-bcc7-b571e1707463" providerId="ADAL" clId="{41255673-6D9B-4CA5-9E15-6425E0B0074B}" dt="2026-05-21T03:42:24.861" v="663" actId="22"/>
          <ac:picMkLst>
            <pc:docMk/>
            <pc:sldMk cId="1005116903" sldId="267"/>
            <ac:picMk id="5" creationId="{A617CA23-E5AD-6C50-94A2-1F058D1A1FC4}"/>
          </ac:picMkLst>
        </pc:picChg>
      </pc:sldChg>
      <pc:sldChg chg="addSp delSp modSp new mod">
        <pc:chgData name="Tisha, Angelin" userId="38ed9f99-3e65-4a35-bcc7-b571e1707463" providerId="ADAL" clId="{41255673-6D9B-4CA5-9E15-6425E0B0074B}" dt="2026-05-21T14:07:21.468" v="1215" actId="14100"/>
        <pc:sldMkLst>
          <pc:docMk/>
          <pc:sldMk cId="497930569" sldId="268"/>
        </pc:sldMkLst>
        <pc:spChg chg="mod">
          <ac:chgData name="Tisha, Angelin" userId="38ed9f99-3e65-4a35-bcc7-b571e1707463" providerId="ADAL" clId="{41255673-6D9B-4CA5-9E15-6425E0B0074B}" dt="2026-05-21T13:08:57.833" v="934" actId="692"/>
          <ac:spMkLst>
            <pc:docMk/>
            <pc:sldMk cId="497930569" sldId="268"/>
            <ac:spMk id="2" creationId="{D3831A65-17ED-6E3D-901A-247F49944809}"/>
          </ac:spMkLst>
        </pc:spChg>
        <pc:spChg chg="del">
          <ac:chgData name="Tisha, Angelin" userId="38ed9f99-3e65-4a35-bcc7-b571e1707463" providerId="ADAL" clId="{41255673-6D9B-4CA5-9E15-6425E0B0074B}" dt="2026-05-21T13:11:26.801" v="935" actId="1032"/>
          <ac:spMkLst>
            <pc:docMk/>
            <pc:sldMk cId="497930569" sldId="268"/>
            <ac:spMk id="3" creationId="{0E0190D3-0785-0D38-2736-B93C62D17CC0}"/>
          </ac:spMkLst>
        </pc:spChg>
        <pc:graphicFrameChg chg="add mod modGraphic">
          <ac:chgData name="Tisha, Angelin" userId="38ed9f99-3e65-4a35-bcc7-b571e1707463" providerId="ADAL" clId="{41255673-6D9B-4CA5-9E15-6425E0B0074B}" dt="2026-05-21T13:18:04.460" v="961" actId="12269"/>
          <ac:graphicFrameMkLst>
            <pc:docMk/>
            <pc:sldMk cId="497930569" sldId="268"/>
            <ac:graphicFrameMk id="4" creationId="{B833BFC1-7102-F889-C82B-8A932C2B423A}"/>
          </ac:graphicFrameMkLst>
        </pc:graphicFrameChg>
        <pc:picChg chg="add mod">
          <ac:chgData name="Tisha, Angelin" userId="38ed9f99-3e65-4a35-bcc7-b571e1707463" providerId="ADAL" clId="{41255673-6D9B-4CA5-9E15-6425E0B0074B}" dt="2026-05-21T14:07:21.468" v="1215" actId="14100"/>
          <ac:picMkLst>
            <pc:docMk/>
            <pc:sldMk cId="497930569" sldId="268"/>
            <ac:picMk id="5" creationId="{B5314EF9-363C-5826-7225-E64BF82BBEE0}"/>
          </ac:picMkLst>
        </pc:picChg>
      </pc:sldChg>
      <pc:sldChg chg="addSp delSp modSp new mod">
        <pc:chgData name="Tisha, Angelin" userId="38ed9f99-3e65-4a35-bcc7-b571e1707463" providerId="ADAL" clId="{41255673-6D9B-4CA5-9E15-6425E0B0074B}" dt="2026-05-21T14:23:10.260" v="1282" actId="1076"/>
        <pc:sldMkLst>
          <pc:docMk/>
          <pc:sldMk cId="3497370217" sldId="269"/>
        </pc:sldMkLst>
        <pc:spChg chg="mod">
          <ac:chgData name="Tisha, Angelin" userId="38ed9f99-3e65-4a35-bcc7-b571e1707463" providerId="ADAL" clId="{41255673-6D9B-4CA5-9E15-6425E0B0074B}" dt="2026-05-21T14:23:10.260" v="1282" actId="1076"/>
          <ac:spMkLst>
            <pc:docMk/>
            <pc:sldMk cId="3497370217" sldId="269"/>
            <ac:spMk id="2" creationId="{0C53A8DA-520D-DBDE-DD47-554F878473ED}"/>
          </ac:spMkLst>
        </pc:spChg>
        <pc:spChg chg="del">
          <ac:chgData name="Tisha, Angelin" userId="38ed9f99-3e65-4a35-bcc7-b571e1707463" providerId="ADAL" clId="{41255673-6D9B-4CA5-9E15-6425E0B0074B}" dt="2026-05-21T13:18:32.406" v="963" actId="22"/>
          <ac:spMkLst>
            <pc:docMk/>
            <pc:sldMk cId="3497370217" sldId="269"/>
            <ac:spMk id="3" creationId="{1539EE8C-8F1C-687A-91E8-8411080C5E8C}"/>
          </ac:spMkLst>
        </pc:spChg>
        <pc:spChg chg="add del mod">
          <ac:chgData name="Tisha, Angelin" userId="38ed9f99-3e65-4a35-bcc7-b571e1707463" providerId="ADAL" clId="{41255673-6D9B-4CA5-9E15-6425E0B0074B}" dt="2026-05-21T14:07:57.960" v="1217" actId="22"/>
          <ac:spMkLst>
            <pc:docMk/>
            <pc:sldMk cId="3497370217" sldId="269"/>
            <ac:spMk id="4" creationId="{961DEF27-99CA-928B-F9D4-597186D545EC}"/>
          </ac:spMkLst>
        </pc:spChg>
        <pc:spChg chg="add del mod">
          <ac:chgData name="Tisha, Angelin" userId="38ed9f99-3e65-4a35-bcc7-b571e1707463" providerId="ADAL" clId="{41255673-6D9B-4CA5-9E15-6425E0B0074B}" dt="2026-05-21T13:19:51.351" v="983"/>
          <ac:spMkLst>
            <pc:docMk/>
            <pc:sldMk cId="3497370217" sldId="269"/>
            <ac:spMk id="6" creationId="{5B702304-8C00-6A5A-42D9-835A351EBFC8}"/>
          </ac:spMkLst>
        </pc:spChg>
        <pc:spChg chg="add del mod">
          <ac:chgData name="Tisha, Angelin" userId="38ed9f99-3e65-4a35-bcc7-b571e1707463" providerId="ADAL" clId="{41255673-6D9B-4CA5-9E15-6425E0B0074B}" dt="2026-05-21T14:22:03.942" v="1277" actId="478"/>
          <ac:spMkLst>
            <pc:docMk/>
            <pc:sldMk cId="3497370217" sldId="269"/>
            <ac:spMk id="7" creationId="{72873E64-E416-97C4-0126-5115B06B7957}"/>
          </ac:spMkLst>
        </pc:spChg>
        <pc:spChg chg="add del mod">
          <ac:chgData name="Tisha, Angelin" userId="38ed9f99-3e65-4a35-bcc7-b571e1707463" providerId="ADAL" clId="{41255673-6D9B-4CA5-9E15-6425E0B0074B}" dt="2026-05-21T14:22:29.200" v="1280" actId="478"/>
          <ac:spMkLst>
            <pc:docMk/>
            <pc:sldMk cId="3497370217" sldId="269"/>
            <ac:spMk id="8" creationId="{0642DE9D-3846-BEB4-0D68-F059728CD619}"/>
          </ac:spMkLst>
        </pc:spChg>
        <pc:picChg chg="add del mod ord">
          <ac:chgData name="Tisha, Angelin" userId="38ed9f99-3e65-4a35-bcc7-b571e1707463" providerId="ADAL" clId="{41255673-6D9B-4CA5-9E15-6425E0B0074B}" dt="2026-05-21T14:07:51.248" v="1216" actId="478"/>
          <ac:picMkLst>
            <pc:docMk/>
            <pc:sldMk cId="3497370217" sldId="269"/>
            <ac:picMk id="5" creationId="{1A00233E-BACB-ADB2-7552-ED0B60DF1B79}"/>
          </ac:picMkLst>
        </pc:picChg>
        <pc:picChg chg="add mod ord">
          <ac:chgData name="Tisha, Angelin" userId="38ed9f99-3e65-4a35-bcc7-b571e1707463" providerId="ADAL" clId="{41255673-6D9B-4CA5-9E15-6425E0B0074B}" dt="2026-05-21T14:23:05.735" v="1281" actId="1076"/>
          <ac:picMkLst>
            <pc:docMk/>
            <pc:sldMk cId="3497370217" sldId="269"/>
            <ac:picMk id="9" creationId="{5DD5C361-4AA7-32C5-23BF-A85E222B7C73}"/>
          </ac:picMkLst>
        </pc:picChg>
      </pc:sldChg>
      <pc:sldMasterChg chg="setBg">
        <pc:chgData name="Tisha, Angelin" userId="38ed9f99-3e65-4a35-bcc7-b571e1707463" providerId="ADAL" clId="{41255673-6D9B-4CA5-9E15-6425E0B0074B}" dt="2026-05-21T02:42:46.863" v="187"/>
        <pc:sldMasterMkLst>
          <pc:docMk/>
          <pc:sldMasterMk cId="2984705672" sldId="2147483708"/>
        </pc:sldMasterMkLst>
      </pc:sldMaster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A8B5C3-F78A-45C5-B059-5EA2D8EA05EA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970E79BE-9582-4CE4-B98E-72BF8E2ED882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 Bold"/>
            </a:rPr>
            <a:t>Develop an AI-powered academic advising assistant</a:t>
          </a:r>
          <a:endParaRPr lang="en-US" b="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7C3F53D-B74F-4B49-BE7E-15083847F669}" type="parTrans" cxnId="{2D9D4DBC-CB1B-4442-8106-96A8A45D03A8}">
      <dgm:prSet/>
      <dgm:spPr/>
      <dgm:t>
        <a:bodyPr/>
        <a:lstStyle/>
        <a:p>
          <a:endParaRPr lang="en-US"/>
        </a:p>
      </dgm:t>
    </dgm:pt>
    <dgm:pt modelId="{19B2E1AF-326F-4262-AFBF-0B15B153BF03}" type="sibTrans" cxnId="{2D9D4DBC-CB1B-4442-8106-96A8A45D03A8}">
      <dgm:prSet/>
      <dgm:spPr/>
      <dgm:t>
        <a:bodyPr/>
        <a:lstStyle/>
        <a:p>
          <a:endParaRPr lang="en-US"/>
        </a:p>
      </dgm:t>
    </dgm:pt>
    <dgm:pt modelId="{0790C490-DF48-469C-9095-6805D20A025C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r>
            <a:rPr lang="en-US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An</a:t>
          </a:r>
          <a:r>
            <a:rPr lang="en-US" b="0" u="none" strike="noStrike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swers student questions about courses and programs </a:t>
          </a:r>
          <a:endParaRPr lang="en-US" b="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9AB5663-7150-40B2-BEC0-635B5356ACEA}" type="parTrans" cxnId="{362F99F1-E259-4F2F-AC9D-72DD2673614B}">
      <dgm:prSet/>
      <dgm:spPr/>
      <dgm:t>
        <a:bodyPr/>
        <a:lstStyle/>
        <a:p>
          <a:endParaRPr lang="en-US"/>
        </a:p>
      </dgm:t>
    </dgm:pt>
    <dgm:pt modelId="{454F0FA4-68D1-4016-A7B1-BD99F518A5EB}" type="sibTrans" cxnId="{362F99F1-E259-4F2F-AC9D-72DD2673614B}">
      <dgm:prSet/>
      <dgm:spPr/>
      <dgm:t>
        <a:bodyPr/>
        <a:lstStyle/>
        <a:p>
          <a:endParaRPr lang="en-US"/>
        </a:p>
      </dgm:t>
    </dgm:pt>
    <dgm:pt modelId="{793AC959-DC9C-418E-A7D8-F7A9746DD3BD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pPr>
            <a:buNone/>
          </a:pPr>
          <a:r>
            <a:rPr lang="en-US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Use RAG, </a:t>
          </a:r>
          <a:r>
            <a:rPr lang="en-US" b="0" dirty="0" err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LangChain</a:t>
          </a:r>
          <a:r>
            <a:rPr lang="en-US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, and LLMs</a:t>
          </a:r>
        </a:p>
      </dgm:t>
    </dgm:pt>
    <dgm:pt modelId="{B9BAC49E-2B78-494E-8079-8B1E2D883E69}" type="parTrans" cxnId="{49A6CA08-5A71-49F7-8371-3D79C3E73A8B}">
      <dgm:prSet/>
      <dgm:spPr/>
      <dgm:t>
        <a:bodyPr/>
        <a:lstStyle/>
        <a:p>
          <a:endParaRPr lang="en-US"/>
        </a:p>
      </dgm:t>
    </dgm:pt>
    <dgm:pt modelId="{440FF1B0-44A7-4D94-95CE-418E98A1E304}" type="sibTrans" cxnId="{49A6CA08-5A71-49F7-8371-3D79C3E73A8B}">
      <dgm:prSet/>
      <dgm:spPr/>
      <dgm:t>
        <a:bodyPr/>
        <a:lstStyle/>
        <a:p>
          <a:endParaRPr lang="en-US"/>
        </a:p>
      </dgm:t>
    </dgm:pt>
    <dgm:pt modelId="{E34EA254-A0E2-4E1C-9BDF-B7862B90B95F}">
      <dgm:prSet phldrT="[Text]"/>
      <dgm:spPr>
        <a:solidFill>
          <a:schemeClr val="accent1">
            <a:lumMod val="75000"/>
          </a:schemeClr>
        </a:solidFill>
      </dgm:spPr>
      <dgm:t>
        <a:bodyPr/>
        <a:lstStyle/>
        <a:p>
          <a:pPr>
            <a:buNone/>
          </a:pPr>
          <a:r>
            <a:rPr lang="en-US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Deploy a </a:t>
          </a:r>
          <a:r>
            <a:rPr lang="en-US" b="0" dirty="0" err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Streamlit</a:t>
          </a:r>
          <a:r>
            <a:rPr lang="en-US" b="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application</a:t>
          </a:r>
        </a:p>
      </dgm:t>
    </dgm:pt>
    <dgm:pt modelId="{90B85B3E-E1C7-45B8-A7AD-2330E4456EFC}" type="parTrans" cxnId="{912E6D4B-889E-451C-BF0E-29DB665C04CA}">
      <dgm:prSet/>
      <dgm:spPr/>
      <dgm:t>
        <a:bodyPr/>
        <a:lstStyle/>
        <a:p>
          <a:endParaRPr lang="en-US"/>
        </a:p>
      </dgm:t>
    </dgm:pt>
    <dgm:pt modelId="{59C4A728-F9D6-42E0-872C-9A6DEE5C8935}" type="sibTrans" cxnId="{912E6D4B-889E-451C-BF0E-29DB665C04CA}">
      <dgm:prSet/>
      <dgm:spPr/>
      <dgm:t>
        <a:bodyPr/>
        <a:lstStyle/>
        <a:p>
          <a:endParaRPr lang="en-US"/>
        </a:p>
      </dgm:t>
    </dgm:pt>
    <dgm:pt modelId="{940947F1-68FC-441B-ADA5-36B3F9DDC7E9}" type="pres">
      <dgm:prSet presAssocID="{42A8B5C3-F78A-45C5-B059-5EA2D8EA05EA}" presName="CompostProcess" presStyleCnt="0">
        <dgm:presLayoutVars>
          <dgm:dir/>
          <dgm:resizeHandles val="exact"/>
        </dgm:presLayoutVars>
      </dgm:prSet>
      <dgm:spPr/>
    </dgm:pt>
    <dgm:pt modelId="{F06A5094-B353-40F2-B0DF-BB16954720C6}" type="pres">
      <dgm:prSet presAssocID="{42A8B5C3-F78A-45C5-B059-5EA2D8EA05EA}" presName="arrow" presStyleLbl="bgShp" presStyleIdx="0" presStyleCnt="1"/>
      <dgm:spPr/>
    </dgm:pt>
    <dgm:pt modelId="{2D0F3DC5-7773-4890-9312-94F8F1AAE90E}" type="pres">
      <dgm:prSet presAssocID="{42A8B5C3-F78A-45C5-B059-5EA2D8EA05EA}" presName="linearProcess" presStyleCnt="0"/>
      <dgm:spPr/>
    </dgm:pt>
    <dgm:pt modelId="{6F6876F0-F339-49D6-BB52-A58A98D7AB56}" type="pres">
      <dgm:prSet presAssocID="{970E79BE-9582-4CE4-B98E-72BF8E2ED882}" presName="textNode" presStyleLbl="node1" presStyleIdx="0" presStyleCnt="4">
        <dgm:presLayoutVars>
          <dgm:bulletEnabled val="1"/>
        </dgm:presLayoutVars>
      </dgm:prSet>
      <dgm:spPr/>
    </dgm:pt>
    <dgm:pt modelId="{57FF16C4-81EE-4C1F-8009-FA49306DCC9E}" type="pres">
      <dgm:prSet presAssocID="{19B2E1AF-326F-4262-AFBF-0B15B153BF03}" presName="sibTrans" presStyleCnt="0"/>
      <dgm:spPr/>
    </dgm:pt>
    <dgm:pt modelId="{2EE22D51-1DCD-4304-BF7A-89A5E57FD0CC}" type="pres">
      <dgm:prSet presAssocID="{0790C490-DF48-469C-9095-6805D20A025C}" presName="textNode" presStyleLbl="node1" presStyleIdx="1" presStyleCnt="4">
        <dgm:presLayoutVars>
          <dgm:bulletEnabled val="1"/>
        </dgm:presLayoutVars>
      </dgm:prSet>
      <dgm:spPr/>
    </dgm:pt>
    <dgm:pt modelId="{03B2A4E1-09E8-4E21-A378-DCF05D767BC9}" type="pres">
      <dgm:prSet presAssocID="{454F0FA4-68D1-4016-A7B1-BD99F518A5EB}" presName="sibTrans" presStyleCnt="0"/>
      <dgm:spPr/>
    </dgm:pt>
    <dgm:pt modelId="{7CDCDC6A-F696-4195-A315-9F5A1B4A59DD}" type="pres">
      <dgm:prSet presAssocID="{793AC959-DC9C-418E-A7D8-F7A9746DD3BD}" presName="textNode" presStyleLbl="node1" presStyleIdx="2" presStyleCnt="4">
        <dgm:presLayoutVars>
          <dgm:bulletEnabled val="1"/>
        </dgm:presLayoutVars>
      </dgm:prSet>
      <dgm:spPr/>
    </dgm:pt>
    <dgm:pt modelId="{4FB3EAFD-91D7-4A14-BEC0-698F38C920E7}" type="pres">
      <dgm:prSet presAssocID="{440FF1B0-44A7-4D94-95CE-418E98A1E304}" presName="sibTrans" presStyleCnt="0"/>
      <dgm:spPr/>
    </dgm:pt>
    <dgm:pt modelId="{EB49286C-3008-4CF5-8E65-4A7F5F730F95}" type="pres">
      <dgm:prSet presAssocID="{E34EA254-A0E2-4E1C-9BDF-B7862B90B95F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6A202F01-B2A3-4FD5-9F47-9A003C35D548}" type="presOf" srcId="{E34EA254-A0E2-4E1C-9BDF-B7862B90B95F}" destId="{EB49286C-3008-4CF5-8E65-4A7F5F730F95}" srcOrd="0" destOrd="0" presId="urn:microsoft.com/office/officeart/2005/8/layout/hProcess9"/>
    <dgm:cxn modelId="{49A6CA08-5A71-49F7-8371-3D79C3E73A8B}" srcId="{42A8B5C3-F78A-45C5-B059-5EA2D8EA05EA}" destId="{793AC959-DC9C-418E-A7D8-F7A9746DD3BD}" srcOrd="2" destOrd="0" parTransId="{B9BAC49E-2B78-494E-8079-8B1E2D883E69}" sibTransId="{440FF1B0-44A7-4D94-95CE-418E98A1E304}"/>
    <dgm:cxn modelId="{3226DB1D-D93A-4C79-A2E3-1584CD68C7F4}" type="presOf" srcId="{42A8B5C3-F78A-45C5-B059-5EA2D8EA05EA}" destId="{940947F1-68FC-441B-ADA5-36B3F9DDC7E9}" srcOrd="0" destOrd="0" presId="urn:microsoft.com/office/officeart/2005/8/layout/hProcess9"/>
    <dgm:cxn modelId="{912E6D4B-889E-451C-BF0E-29DB665C04CA}" srcId="{42A8B5C3-F78A-45C5-B059-5EA2D8EA05EA}" destId="{E34EA254-A0E2-4E1C-9BDF-B7862B90B95F}" srcOrd="3" destOrd="0" parTransId="{90B85B3E-E1C7-45B8-A7AD-2330E4456EFC}" sibTransId="{59C4A728-F9D6-42E0-872C-9A6DEE5C8935}"/>
    <dgm:cxn modelId="{A7CE3F87-889E-4D7E-9D56-5A52C47718AC}" type="presOf" srcId="{793AC959-DC9C-418E-A7D8-F7A9746DD3BD}" destId="{7CDCDC6A-F696-4195-A315-9F5A1B4A59DD}" srcOrd="0" destOrd="0" presId="urn:microsoft.com/office/officeart/2005/8/layout/hProcess9"/>
    <dgm:cxn modelId="{4229188E-A620-41F2-8C28-C3A93FA71A82}" type="presOf" srcId="{0790C490-DF48-469C-9095-6805D20A025C}" destId="{2EE22D51-1DCD-4304-BF7A-89A5E57FD0CC}" srcOrd="0" destOrd="0" presId="urn:microsoft.com/office/officeart/2005/8/layout/hProcess9"/>
    <dgm:cxn modelId="{2D9D4DBC-CB1B-4442-8106-96A8A45D03A8}" srcId="{42A8B5C3-F78A-45C5-B059-5EA2D8EA05EA}" destId="{970E79BE-9582-4CE4-B98E-72BF8E2ED882}" srcOrd="0" destOrd="0" parTransId="{E7C3F53D-B74F-4B49-BE7E-15083847F669}" sibTransId="{19B2E1AF-326F-4262-AFBF-0B15B153BF03}"/>
    <dgm:cxn modelId="{FDA0A4C5-3C26-4A02-95E2-103685067549}" type="presOf" srcId="{970E79BE-9582-4CE4-B98E-72BF8E2ED882}" destId="{6F6876F0-F339-49D6-BB52-A58A98D7AB56}" srcOrd="0" destOrd="0" presId="urn:microsoft.com/office/officeart/2005/8/layout/hProcess9"/>
    <dgm:cxn modelId="{362F99F1-E259-4F2F-AC9D-72DD2673614B}" srcId="{42A8B5C3-F78A-45C5-B059-5EA2D8EA05EA}" destId="{0790C490-DF48-469C-9095-6805D20A025C}" srcOrd="1" destOrd="0" parTransId="{B9AB5663-7150-40B2-BEC0-635B5356ACEA}" sibTransId="{454F0FA4-68D1-4016-A7B1-BD99F518A5EB}"/>
    <dgm:cxn modelId="{3F4C8FAF-9501-4095-B433-B4C95DE48BAA}" type="presParOf" srcId="{940947F1-68FC-441B-ADA5-36B3F9DDC7E9}" destId="{F06A5094-B353-40F2-B0DF-BB16954720C6}" srcOrd="0" destOrd="0" presId="urn:microsoft.com/office/officeart/2005/8/layout/hProcess9"/>
    <dgm:cxn modelId="{3939CB56-B260-4BEA-978D-08CD36AE081C}" type="presParOf" srcId="{940947F1-68FC-441B-ADA5-36B3F9DDC7E9}" destId="{2D0F3DC5-7773-4890-9312-94F8F1AAE90E}" srcOrd="1" destOrd="0" presId="urn:microsoft.com/office/officeart/2005/8/layout/hProcess9"/>
    <dgm:cxn modelId="{6E95A0C8-A5EB-46E3-85F2-AFD8D088AF65}" type="presParOf" srcId="{2D0F3DC5-7773-4890-9312-94F8F1AAE90E}" destId="{6F6876F0-F339-49D6-BB52-A58A98D7AB56}" srcOrd="0" destOrd="0" presId="urn:microsoft.com/office/officeart/2005/8/layout/hProcess9"/>
    <dgm:cxn modelId="{59EBB411-6619-4D2A-AB7B-947BB00FB0F5}" type="presParOf" srcId="{2D0F3DC5-7773-4890-9312-94F8F1AAE90E}" destId="{57FF16C4-81EE-4C1F-8009-FA49306DCC9E}" srcOrd="1" destOrd="0" presId="urn:microsoft.com/office/officeart/2005/8/layout/hProcess9"/>
    <dgm:cxn modelId="{F84DC8CC-BE58-4B06-A0C8-D9312E6D422C}" type="presParOf" srcId="{2D0F3DC5-7773-4890-9312-94F8F1AAE90E}" destId="{2EE22D51-1DCD-4304-BF7A-89A5E57FD0CC}" srcOrd="2" destOrd="0" presId="urn:microsoft.com/office/officeart/2005/8/layout/hProcess9"/>
    <dgm:cxn modelId="{44DAECDF-4096-467C-9F8D-6E63CBDEB70C}" type="presParOf" srcId="{2D0F3DC5-7773-4890-9312-94F8F1AAE90E}" destId="{03B2A4E1-09E8-4E21-A378-DCF05D767BC9}" srcOrd="3" destOrd="0" presId="urn:microsoft.com/office/officeart/2005/8/layout/hProcess9"/>
    <dgm:cxn modelId="{2BE63C81-B84D-44DE-BA41-F259A14E19CF}" type="presParOf" srcId="{2D0F3DC5-7773-4890-9312-94F8F1AAE90E}" destId="{7CDCDC6A-F696-4195-A315-9F5A1B4A59DD}" srcOrd="4" destOrd="0" presId="urn:microsoft.com/office/officeart/2005/8/layout/hProcess9"/>
    <dgm:cxn modelId="{C9D2BEDB-CF9C-44DC-BBCE-97A874994192}" type="presParOf" srcId="{2D0F3DC5-7773-4890-9312-94F8F1AAE90E}" destId="{4FB3EAFD-91D7-4A14-BEC0-698F38C920E7}" srcOrd="5" destOrd="0" presId="urn:microsoft.com/office/officeart/2005/8/layout/hProcess9"/>
    <dgm:cxn modelId="{8A2D9267-45D7-4E6A-877A-7A8C1283EA86}" type="presParOf" srcId="{2D0F3DC5-7773-4890-9312-94F8F1AAE90E}" destId="{EB49286C-3008-4CF5-8E65-4A7F5F730F95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46D323-478B-4D4F-B21A-A6AB475E32C2}" type="doc">
      <dgm:prSet loTypeId="urn:microsoft.com/office/officeart/2024/layout/NumberedLinear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AF92BD-2638-46AB-8EEF-3FE1ED13F15C}">
      <dgm:prSet phldrT="[Text]" custT="1"/>
      <dgm:spPr/>
      <dgm:t>
        <a:bodyPr/>
        <a:lstStyle/>
        <a:p>
          <a:r>
            <a:rPr lang="en-US" sz="1800" b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 Bold"/>
            </a:rPr>
            <a:t>I</a:t>
          </a:r>
          <a:r>
            <a:rPr lang="en-US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nstitutional advising documents were collected and processed.</a:t>
          </a:r>
          <a:endParaRPr lang="en-US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ACBBBBC-341A-4D92-956F-68522ADA03C6}" type="parTrans" cxnId="{2BD0070E-D35C-4994-A644-302B9F8663A0}">
      <dgm:prSet/>
      <dgm:spPr/>
      <dgm:t>
        <a:bodyPr/>
        <a:lstStyle/>
        <a:p>
          <a:endParaRPr lang="en-US"/>
        </a:p>
      </dgm:t>
    </dgm:pt>
    <dgm:pt modelId="{01853519-7CF8-4747-8620-BAC0FEAD6876}" type="sibTrans" cxnId="{2BD0070E-D35C-4994-A644-302B9F8663A0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D50BADC2-41F1-4555-885A-3A13A5D0D817}">
      <dgm:prSet phldrT="[Text]" custT="1"/>
      <dgm:spPr/>
      <dgm:t>
        <a:bodyPr/>
        <a:lstStyle/>
        <a:p>
          <a:r>
            <a:rPr lang="en-US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Documents converted into text and split into chunks.</a:t>
          </a:r>
          <a:endParaRPr lang="en-US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1902659-8742-488E-B28D-7B2E8312EC05}" type="parTrans" cxnId="{F9FCCB91-ADDA-4662-8DC9-7DB3A62CD940}">
      <dgm:prSet/>
      <dgm:spPr/>
      <dgm:t>
        <a:bodyPr/>
        <a:lstStyle/>
        <a:p>
          <a:endParaRPr lang="en-US"/>
        </a:p>
      </dgm:t>
    </dgm:pt>
    <dgm:pt modelId="{9C604971-566F-49C2-A9C8-C4F00013E14C}" type="sibTrans" cxnId="{F9FCCB91-ADDA-4662-8DC9-7DB3A62CD940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65D91643-F209-4BF7-9339-FCB774114C80}">
      <dgm:prSet phldrT="[Text]" custT="1"/>
      <dgm:spPr/>
      <dgm:t>
        <a:bodyPr/>
        <a:lstStyle/>
        <a:p>
          <a:r>
            <a:rPr lang="en-US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Text chunks converted into embeddings.</a:t>
          </a:r>
          <a:r>
            <a:rPr lang="en-US" sz="18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rPr>
            <a:t> </a:t>
          </a:r>
          <a:endParaRPr lang="en-US" sz="1800" dirty="0"/>
        </a:p>
      </dgm:t>
    </dgm:pt>
    <dgm:pt modelId="{82E6DE75-9FFD-49FC-9719-1ACA8D87D7BC}" type="parTrans" cxnId="{8749A61E-BCF5-4B16-9582-917887D25E99}">
      <dgm:prSet/>
      <dgm:spPr/>
      <dgm:t>
        <a:bodyPr/>
        <a:lstStyle/>
        <a:p>
          <a:endParaRPr lang="en-US"/>
        </a:p>
      </dgm:t>
    </dgm:pt>
    <dgm:pt modelId="{47ED7A9C-E914-4B95-B7DC-A1DBFD7BE12C}" type="sibTrans" cxnId="{8749A61E-BCF5-4B16-9582-917887D25E99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AB1AFF83-296D-4D50-9301-C8AB97FB01A2}">
      <dgm:prSet phldrT="[Text]" custT="1"/>
      <dgm:spPr/>
      <dgm:t>
        <a:bodyPr/>
        <a:lstStyle/>
        <a:p>
          <a:r>
            <a:rPr lang="en-US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Stored in a Chroma vector database.</a:t>
          </a:r>
          <a:endParaRPr lang="en-US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FDC4A6C-C023-4E1B-9193-E77030ADA21B}" type="parTrans" cxnId="{8CFD3121-D8FF-4503-AECA-995789B3FB64}">
      <dgm:prSet/>
      <dgm:spPr/>
      <dgm:t>
        <a:bodyPr/>
        <a:lstStyle/>
        <a:p>
          <a:endParaRPr lang="en-US"/>
        </a:p>
      </dgm:t>
    </dgm:pt>
    <dgm:pt modelId="{5F8AF7BA-B87D-4405-B1CA-01E42F1950F5}" type="sibTrans" cxnId="{8CFD3121-D8FF-4503-AECA-995789B3FB64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103AF572-E798-4D9D-9F12-311D2D880C89}">
      <dgm:prSet phldrT="[Text]"/>
      <dgm:spPr/>
      <dgm:t>
        <a:bodyPr/>
        <a:lstStyle/>
        <a:p>
          <a:r>
            <a:rPr lang="en-US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User submits a question.</a:t>
          </a:r>
          <a:endParaRPr lang="en-US" dirty="0"/>
        </a:p>
      </dgm:t>
    </dgm:pt>
    <dgm:pt modelId="{A3FB1154-90F3-4C30-9CB1-80893963ECB7}" type="parTrans" cxnId="{E624594C-0769-450D-94B1-6028FDEEA344}">
      <dgm:prSet/>
      <dgm:spPr/>
      <dgm:t>
        <a:bodyPr/>
        <a:lstStyle/>
        <a:p>
          <a:endParaRPr lang="en-US"/>
        </a:p>
      </dgm:t>
    </dgm:pt>
    <dgm:pt modelId="{BB2B3E99-1161-4C00-A1DD-D0A1AF78234A}" type="sibTrans" cxnId="{E624594C-0769-450D-94B1-6028FDEEA344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46D4E895-0333-4D55-B3FD-9E26EACE42FB}">
      <dgm:prSet phldrT="[Text]" custT="1"/>
      <dgm:spPr/>
      <dgm:t>
        <a:bodyPr/>
        <a:lstStyle/>
        <a:p>
          <a:r>
            <a:rPr lang="en-US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Relevant document chunks retrieved.</a:t>
          </a:r>
          <a:r>
            <a:rPr lang="en-US" sz="18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rPr>
            <a:t>  </a:t>
          </a:r>
          <a:endParaRPr lang="en-US" sz="1800" dirty="0"/>
        </a:p>
      </dgm:t>
    </dgm:pt>
    <dgm:pt modelId="{430D7430-4CC5-4D36-9E66-707D75313FCF}" type="parTrans" cxnId="{3AD50BA8-D6CC-4FFE-AF4B-B8EABAA404CB}">
      <dgm:prSet/>
      <dgm:spPr/>
      <dgm:t>
        <a:bodyPr/>
        <a:lstStyle/>
        <a:p>
          <a:endParaRPr lang="en-US"/>
        </a:p>
      </dgm:t>
    </dgm:pt>
    <dgm:pt modelId="{FF83D882-4D53-457F-8B15-32DDC268DF21}" type="sibTrans" cxnId="{3AD50BA8-D6CC-4FFE-AF4B-B8EABAA404CB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49017DF3-9709-4694-969A-FE7674695951}">
      <dgm:prSet phldrT="[Text]" custT="1"/>
      <dgm:spPr/>
      <dgm:t>
        <a:bodyPr/>
        <a:lstStyle/>
        <a:p>
          <a:r>
            <a:rPr lang="en-US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A locally hosted LLM via </a:t>
          </a:r>
          <a:r>
            <a:rPr lang="en-US" sz="1800" dirty="0" err="1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Ollama</a:t>
          </a:r>
          <a:r>
            <a:rPr lang="en-US" sz="18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 generates the final response.</a:t>
          </a:r>
          <a:r>
            <a:rPr lang="en-US" sz="18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rPr>
            <a:t> </a:t>
          </a:r>
          <a:endParaRPr lang="en-US" sz="1800" dirty="0"/>
        </a:p>
      </dgm:t>
    </dgm:pt>
    <dgm:pt modelId="{C14D35D9-F772-4E2C-95DD-27D79231DF7F}" type="parTrans" cxnId="{9D537C4E-D366-426F-BF79-2A95AE350D27}">
      <dgm:prSet/>
      <dgm:spPr/>
      <dgm:t>
        <a:bodyPr/>
        <a:lstStyle/>
        <a:p>
          <a:endParaRPr lang="en-US"/>
        </a:p>
      </dgm:t>
    </dgm:pt>
    <dgm:pt modelId="{25FF5AB6-9E7C-48CE-9630-F7871391E07D}" type="sibTrans" cxnId="{9D537C4E-D366-426F-BF79-2A95AE350D27}">
      <dgm:prSet phldrT="7" phldr="0"/>
      <dgm:spPr/>
      <dgm:t>
        <a:bodyPr/>
        <a:lstStyle/>
        <a:p>
          <a:r>
            <a:rPr lang="en-US"/>
            <a:t>7</a:t>
          </a:r>
        </a:p>
      </dgm:t>
    </dgm:pt>
    <dgm:pt modelId="{DC8BFC57-25B1-4AE6-B0CC-FA65FA5BC85E}" type="pres">
      <dgm:prSet presAssocID="{0F46D323-478B-4D4F-B21A-A6AB475E32C2}" presName="linearFlow" presStyleCnt="0">
        <dgm:presLayoutVars>
          <dgm:dir/>
          <dgm:animLvl val="lvl"/>
          <dgm:resizeHandles val="exact"/>
        </dgm:presLayoutVars>
      </dgm:prSet>
      <dgm:spPr/>
    </dgm:pt>
    <dgm:pt modelId="{88403842-2A2C-4CC6-988B-4C1BFD0F2E1D}" type="pres">
      <dgm:prSet presAssocID="{6FAF92BD-2638-46AB-8EEF-3FE1ED13F15C}" presName="compositeNode" presStyleCnt="0"/>
      <dgm:spPr/>
    </dgm:pt>
    <dgm:pt modelId="{0A93AC22-6809-4C03-AD7F-F28B39812C0C}" type="pres">
      <dgm:prSet presAssocID="{6FAF92BD-2638-46AB-8EEF-3FE1ED13F15C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01EC71A-8910-4DCC-8E76-BBA341F47066}" type="pres">
      <dgm:prSet presAssocID="{6FAF92BD-2638-46AB-8EEF-3FE1ED13F15C}" presName="parSh" presStyleCnt="0"/>
      <dgm:spPr/>
    </dgm:pt>
    <dgm:pt modelId="{A0B00243-F7DB-4EE8-9F4E-336B03C796BA}" type="pres">
      <dgm:prSet presAssocID="{6FAF92BD-2638-46AB-8EEF-3FE1ED13F15C}" presName="lineNode" presStyleLbl="alignNode1" presStyleIdx="0" presStyleCnt="21"/>
      <dgm:spPr/>
    </dgm:pt>
    <dgm:pt modelId="{07439AA4-6FF8-40E4-8857-8A5BCE230566}" type="pres">
      <dgm:prSet presAssocID="{6FAF92BD-2638-46AB-8EEF-3FE1ED13F15C}" presName="lineArrowNode" presStyleLbl="alignNode1" presStyleIdx="1" presStyleCnt="21"/>
      <dgm:spPr/>
    </dgm:pt>
    <dgm:pt modelId="{30E6ABC0-BD6B-45F7-8863-7ADBDEFDE54D}" type="pres">
      <dgm:prSet presAssocID="{01853519-7CF8-4747-8620-BAC0FEAD6876}" presName="sibTransNodeCircle" presStyleLbl="alignNode1" presStyleIdx="2" presStyleCnt="21">
        <dgm:presLayoutVars>
          <dgm:chMax val="0"/>
          <dgm:bulletEnabled/>
        </dgm:presLayoutVars>
      </dgm:prSet>
      <dgm:spPr/>
    </dgm:pt>
    <dgm:pt modelId="{E767A903-36A4-4FA8-A9DF-803BFF222782}" type="pres">
      <dgm:prSet presAssocID="{01853519-7CF8-4747-8620-BAC0FEAD6876}" presName="spacerBetweenCircleAndCallout" presStyleCnt="0">
        <dgm:presLayoutVars/>
      </dgm:prSet>
      <dgm:spPr/>
    </dgm:pt>
    <dgm:pt modelId="{5FF86D81-C186-41D1-8DBC-803B3A50D5DE}" type="pres">
      <dgm:prSet presAssocID="{01853519-7CF8-4747-8620-BAC0FEAD6876}" presName="verticalConnector" presStyleLbl="alignAccFollowNode1" presStyleIdx="0" presStyleCnt="7"/>
      <dgm:spPr/>
    </dgm:pt>
    <dgm:pt modelId="{3E91AA7A-F06A-4AE1-9D4D-182A57A71E3A}" type="pres">
      <dgm:prSet presAssocID="{6FAF92BD-2638-46AB-8EEF-3FE1ED13F15C}" presName="nodeText" presStyleLbl="fgAcc1" presStyleIdx="0" presStyleCnt="7">
        <dgm:presLayoutVars>
          <dgm:bulletEnabled val="1"/>
        </dgm:presLayoutVars>
      </dgm:prSet>
      <dgm:spPr/>
    </dgm:pt>
    <dgm:pt modelId="{3F576DDE-A12B-4415-82FD-3CB2F727833C}" type="pres">
      <dgm:prSet presAssocID="{01853519-7CF8-4747-8620-BAC0FEAD6876}" presName="sibTransComposite" presStyleCnt="0"/>
      <dgm:spPr/>
    </dgm:pt>
    <dgm:pt modelId="{95F830DA-B2D7-4C75-A9E0-BAB036C47902}" type="pres">
      <dgm:prSet presAssocID="{D50BADC2-41F1-4555-885A-3A13A5D0D817}" presName="compositeNode" presStyleCnt="0"/>
      <dgm:spPr/>
    </dgm:pt>
    <dgm:pt modelId="{6177B8A8-0AE8-4DA0-B21D-22940BB903DA}" type="pres">
      <dgm:prSet presAssocID="{D50BADC2-41F1-4555-885A-3A13A5D0D81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70FFB781-33B3-4C5B-9F54-D2C18305E2CD}" type="pres">
      <dgm:prSet presAssocID="{D50BADC2-41F1-4555-885A-3A13A5D0D817}" presName="parSh" presStyleCnt="0"/>
      <dgm:spPr/>
    </dgm:pt>
    <dgm:pt modelId="{9E60EA5D-D441-433D-B233-5D57E7C6C075}" type="pres">
      <dgm:prSet presAssocID="{D50BADC2-41F1-4555-885A-3A13A5D0D817}" presName="lineNode" presStyleLbl="alignNode1" presStyleIdx="3" presStyleCnt="21"/>
      <dgm:spPr/>
    </dgm:pt>
    <dgm:pt modelId="{6853243B-F3CA-4907-A315-B0982EABCED2}" type="pres">
      <dgm:prSet presAssocID="{D50BADC2-41F1-4555-885A-3A13A5D0D817}" presName="lineArrowNode" presStyleLbl="alignNode1" presStyleIdx="4" presStyleCnt="21"/>
      <dgm:spPr/>
    </dgm:pt>
    <dgm:pt modelId="{FBFE8C01-76A0-45F2-8D34-7AEFE36DF295}" type="pres">
      <dgm:prSet presAssocID="{9C604971-566F-49C2-A9C8-C4F00013E14C}" presName="sibTransNodeCircle" presStyleLbl="alignNode1" presStyleIdx="5" presStyleCnt="21">
        <dgm:presLayoutVars>
          <dgm:chMax val="0"/>
          <dgm:bulletEnabled/>
        </dgm:presLayoutVars>
      </dgm:prSet>
      <dgm:spPr/>
    </dgm:pt>
    <dgm:pt modelId="{B84C4348-E945-47B1-965E-EB7AA60BB78B}" type="pres">
      <dgm:prSet presAssocID="{9C604971-566F-49C2-A9C8-C4F00013E14C}" presName="spacerBetweenCircleAndCallout" presStyleCnt="0">
        <dgm:presLayoutVars/>
      </dgm:prSet>
      <dgm:spPr/>
    </dgm:pt>
    <dgm:pt modelId="{3D739CB4-B04E-4FEA-89A4-A3E3C25902B7}" type="pres">
      <dgm:prSet presAssocID="{9C604971-566F-49C2-A9C8-C4F00013E14C}" presName="verticalConnector" presStyleLbl="alignAccFollowNode1" presStyleIdx="1" presStyleCnt="7"/>
      <dgm:spPr/>
    </dgm:pt>
    <dgm:pt modelId="{01D02939-76A1-4D68-B0E4-0D67CF3B253D}" type="pres">
      <dgm:prSet presAssocID="{D50BADC2-41F1-4555-885A-3A13A5D0D817}" presName="nodeText" presStyleLbl="fgAcc1" presStyleIdx="1" presStyleCnt="7">
        <dgm:presLayoutVars>
          <dgm:bulletEnabled val="1"/>
        </dgm:presLayoutVars>
      </dgm:prSet>
      <dgm:spPr/>
    </dgm:pt>
    <dgm:pt modelId="{727C95BA-BC23-4E64-A681-D52224C1F12E}" type="pres">
      <dgm:prSet presAssocID="{9C604971-566F-49C2-A9C8-C4F00013E14C}" presName="sibTransComposite" presStyleCnt="0"/>
      <dgm:spPr/>
    </dgm:pt>
    <dgm:pt modelId="{BE1F1948-1F4C-4ACC-93AE-C81431B43FE9}" type="pres">
      <dgm:prSet presAssocID="{65D91643-F209-4BF7-9339-FCB774114C80}" presName="compositeNode" presStyleCnt="0"/>
      <dgm:spPr/>
    </dgm:pt>
    <dgm:pt modelId="{706F1292-4FF8-48B8-B6B2-DA8C5DAB0826}" type="pres">
      <dgm:prSet presAssocID="{65D91643-F209-4BF7-9339-FCB774114C8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9D2C6CE8-4D96-4703-B17C-D0A798BE85EE}" type="pres">
      <dgm:prSet presAssocID="{65D91643-F209-4BF7-9339-FCB774114C80}" presName="parSh" presStyleCnt="0"/>
      <dgm:spPr/>
    </dgm:pt>
    <dgm:pt modelId="{848EC19B-7C5F-4EB7-8AAA-E079D6B6B3E8}" type="pres">
      <dgm:prSet presAssocID="{65D91643-F209-4BF7-9339-FCB774114C80}" presName="lineNode" presStyleLbl="alignNode1" presStyleIdx="6" presStyleCnt="21"/>
      <dgm:spPr/>
    </dgm:pt>
    <dgm:pt modelId="{20ADE023-8FD7-4699-8F35-AEBF78697186}" type="pres">
      <dgm:prSet presAssocID="{65D91643-F209-4BF7-9339-FCB774114C80}" presName="lineArrowNode" presStyleLbl="alignNode1" presStyleIdx="7" presStyleCnt="21"/>
      <dgm:spPr/>
    </dgm:pt>
    <dgm:pt modelId="{2F96DCCC-7B8C-4716-B3BC-5BD8F540BC55}" type="pres">
      <dgm:prSet presAssocID="{47ED7A9C-E914-4B95-B7DC-A1DBFD7BE12C}" presName="sibTransNodeCircle" presStyleLbl="alignNode1" presStyleIdx="8" presStyleCnt="21">
        <dgm:presLayoutVars>
          <dgm:chMax val="0"/>
          <dgm:bulletEnabled/>
        </dgm:presLayoutVars>
      </dgm:prSet>
      <dgm:spPr/>
    </dgm:pt>
    <dgm:pt modelId="{82EACF32-9254-4DD2-A054-4BB0A657B33A}" type="pres">
      <dgm:prSet presAssocID="{47ED7A9C-E914-4B95-B7DC-A1DBFD7BE12C}" presName="spacerBetweenCircleAndCallout" presStyleCnt="0">
        <dgm:presLayoutVars/>
      </dgm:prSet>
      <dgm:spPr/>
    </dgm:pt>
    <dgm:pt modelId="{FBDE416F-B93F-41BD-85A8-02FCAF978A01}" type="pres">
      <dgm:prSet presAssocID="{47ED7A9C-E914-4B95-B7DC-A1DBFD7BE12C}" presName="verticalConnector" presStyleLbl="alignAccFollowNode1" presStyleIdx="2" presStyleCnt="7"/>
      <dgm:spPr/>
    </dgm:pt>
    <dgm:pt modelId="{0D146D18-5846-4286-BB50-3C26A8DD4F24}" type="pres">
      <dgm:prSet presAssocID="{65D91643-F209-4BF7-9339-FCB774114C80}" presName="nodeText" presStyleLbl="fgAcc1" presStyleIdx="2" presStyleCnt="7">
        <dgm:presLayoutVars>
          <dgm:bulletEnabled val="1"/>
        </dgm:presLayoutVars>
      </dgm:prSet>
      <dgm:spPr/>
    </dgm:pt>
    <dgm:pt modelId="{0495D22D-63C5-42C7-AD77-5B049468FE27}" type="pres">
      <dgm:prSet presAssocID="{47ED7A9C-E914-4B95-B7DC-A1DBFD7BE12C}" presName="sibTransComposite" presStyleCnt="0"/>
      <dgm:spPr/>
    </dgm:pt>
    <dgm:pt modelId="{2D2733A6-8774-4151-B4EA-F2B229D39000}" type="pres">
      <dgm:prSet presAssocID="{AB1AFF83-296D-4D50-9301-C8AB97FB01A2}" presName="compositeNode" presStyleCnt="0"/>
      <dgm:spPr/>
    </dgm:pt>
    <dgm:pt modelId="{B1140DC9-D27D-4EEB-848B-1F83A086E4E4}" type="pres">
      <dgm:prSet presAssocID="{AB1AFF83-296D-4D50-9301-C8AB97FB01A2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964F889-68EA-486A-A401-37F68A23F1D9}" type="pres">
      <dgm:prSet presAssocID="{AB1AFF83-296D-4D50-9301-C8AB97FB01A2}" presName="parSh" presStyleCnt="0"/>
      <dgm:spPr/>
    </dgm:pt>
    <dgm:pt modelId="{63499B26-D1D8-49F8-A0F0-D7F45E6C4263}" type="pres">
      <dgm:prSet presAssocID="{AB1AFF83-296D-4D50-9301-C8AB97FB01A2}" presName="lineNode" presStyleLbl="alignNode1" presStyleIdx="9" presStyleCnt="21"/>
      <dgm:spPr/>
    </dgm:pt>
    <dgm:pt modelId="{01D71748-153F-4464-AC27-4F8337021763}" type="pres">
      <dgm:prSet presAssocID="{AB1AFF83-296D-4D50-9301-C8AB97FB01A2}" presName="lineArrowNode" presStyleLbl="alignNode1" presStyleIdx="10" presStyleCnt="21"/>
      <dgm:spPr/>
    </dgm:pt>
    <dgm:pt modelId="{A22929EA-4843-46EF-BDD9-749C988D3C63}" type="pres">
      <dgm:prSet presAssocID="{5F8AF7BA-B87D-4405-B1CA-01E42F1950F5}" presName="sibTransNodeCircle" presStyleLbl="alignNode1" presStyleIdx="11" presStyleCnt="21">
        <dgm:presLayoutVars>
          <dgm:chMax val="0"/>
          <dgm:bulletEnabled/>
        </dgm:presLayoutVars>
      </dgm:prSet>
      <dgm:spPr/>
    </dgm:pt>
    <dgm:pt modelId="{D42A352B-FF10-4ECD-8B75-5F35C1BD2073}" type="pres">
      <dgm:prSet presAssocID="{5F8AF7BA-B87D-4405-B1CA-01E42F1950F5}" presName="spacerBetweenCircleAndCallout" presStyleCnt="0">
        <dgm:presLayoutVars/>
      </dgm:prSet>
      <dgm:spPr/>
    </dgm:pt>
    <dgm:pt modelId="{3B74F05E-8EA4-4978-BB0F-1AD886818A28}" type="pres">
      <dgm:prSet presAssocID="{5F8AF7BA-B87D-4405-B1CA-01E42F1950F5}" presName="verticalConnector" presStyleLbl="alignAccFollowNode1" presStyleIdx="3" presStyleCnt="7"/>
      <dgm:spPr/>
    </dgm:pt>
    <dgm:pt modelId="{14B50B8F-2777-4B47-9A97-545E76691998}" type="pres">
      <dgm:prSet presAssocID="{AB1AFF83-296D-4D50-9301-C8AB97FB01A2}" presName="nodeText" presStyleLbl="fgAcc1" presStyleIdx="3" presStyleCnt="7">
        <dgm:presLayoutVars>
          <dgm:bulletEnabled val="1"/>
        </dgm:presLayoutVars>
      </dgm:prSet>
      <dgm:spPr/>
    </dgm:pt>
    <dgm:pt modelId="{8854D534-C1A7-48A6-B173-F5DBF1A9B900}" type="pres">
      <dgm:prSet presAssocID="{5F8AF7BA-B87D-4405-B1CA-01E42F1950F5}" presName="sibTransComposite" presStyleCnt="0"/>
      <dgm:spPr/>
    </dgm:pt>
    <dgm:pt modelId="{54DFBEC5-5522-43BE-9EFE-9DFF46910AFB}" type="pres">
      <dgm:prSet presAssocID="{103AF572-E798-4D9D-9F12-311D2D880C89}" presName="compositeNode" presStyleCnt="0"/>
      <dgm:spPr/>
    </dgm:pt>
    <dgm:pt modelId="{5D47E422-3128-43C3-BD54-7DA1C59F7F4B}" type="pres">
      <dgm:prSet presAssocID="{103AF572-E798-4D9D-9F12-311D2D880C89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DB54AB86-A0BC-460B-9E2D-E9D5E8B44FA4}" type="pres">
      <dgm:prSet presAssocID="{103AF572-E798-4D9D-9F12-311D2D880C89}" presName="parSh" presStyleCnt="0"/>
      <dgm:spPr/>
    </dgm:pt>
    <dgm:pt modelId="{70A714E5-EEA5-4DB3-A5EA-199C1F2C0670}" type="pres">
      <dgm:prSet presAssocID="{103AF572-E798-4D9D-9F12-311D2D880C89}" presName="lineNode" presStyleLbl="alignNode1" presStyleIdx="12" presStyleCnt="21"/>
      <dgm:spPr/>
    </dgm:pt>
    <dgm:pt modelId="{14F0275A-DBF9-4BA3-BF3B-9C9926BE855B}" type="pres">
      <dgm:prSet presAssocID="{103AF572-E798-4D9D-9F12-311D2D880C89}" presName="lineArrowNode" presStyleLbl="alignNode1" presStyleIdx="13" presStyleCnt="21"/>
      <dgm:spPr/>
    </dgm:pt>
    <dgm:pt modelId="{12B1F8BC-17F5-4C2E-8F89-6B93E02C7E31}" type="pres">
      <dgm:prSet presAssocID="{BB2B3E99-1161-4C00-A1DD-D0A1AF78234A}" presName="sibTransNodeCircle" presStyleLbl="alignNode1" presStyleIdx="14" presStyleCnt="21">
        <dgm:presLayoutVars>
          <dgm:chMax val="0"/>
          <dgm:bulletEnabled/>
        </dgm:presLayoutVars>
      </dgm:prSet>
      <dgm:spPr/>
    </dgm:pt>
    <dgm:pt modelId="{34CF2AD2-FD6C-4420-A251-74DD235FA471}" type="pres">
      <dgm:prSet presAssocID="{BB2B3E99-1161-4C00-A1DD-D0A1AF78234A}" presName="spacerBetweenCircleAndCallout" presStyleCnt="0">
        <dgm:presLayoutVars/>
      </dgm:prSet>
      <dgm:spPr/>
    </dgm:pt>
    <dgm:pt modelId="{C9D1AB4F-387C-4DFB-8A4B-5D42ED7C88AD}" type="pres">
      <dgm:prSet presAssocID="{BB2B3E99-1161-4C00-A1DD-D0A1AF78234A}" presName="verticalConnector" presStyleLbl="alignAccFollowNode1" presStyleIdx="4" presStyleCnt="7"/>
      <dgm:spPr/>
    </dgm:pt>
    <dgm:pt modelId="{C35DC20B-A48E-4FE3-A911-092E3138CF89}" type="pres">
      <dgm:prSet presAssocID="{103AF572-E798-4D9D-9F12-311D2D880C89}" presName="nodeText" presStyleLbl="fgAcc1" presStyleIdx="4" presStyleCnt="7">
        <dgm:presLayoutVars>
          <dgm:bulletEnabled val="1"/>
        </dgm:presLayoutVars>
      </dgm:prSet>
      <dgm:spPr/>
    </dgm:pt>
    <dgm:pt modelId="{824879CB-1C3A-4C6E-9EC6-062663598B54}" type="pres">
      <dgm:prSet presAssocID="{BB2B3E99-1161-4C00-A1DD-D0A1AF78234A}" presName="sibTransComposite" presStyleCnt="0"/>
      <dgm:spPr/>
    </dgm:pt>
    <dgm:pt modelId="{CFBD5FC2-46F0-4EDF-9AF8-0408B320871B}" type="pres">
      <dgm:prSet presAssocID="{46D4E895-0333-4D55-B3FD-9E26EACE42FB}" presName="compositeNode" presStyleCnt="0"/>
      <dgm:spPr/>
    </dgm:pt>
    <dgm:pt modelId="{88462262-799C-46D6-8E19-D3415CC7381D}" type="pres">
      <dgm:prSet presAssocID="{46D4E895-0333-4D55-B3FD-9E26EACE42F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EB6E797E-BB67-4F0A-AAF3-B70CDFC25FA9}" type="pres">
      <dgm:prSet presAssocID="{46D4E895-0333-4D55-B3FD-9E26EACE42FB}" presName="parSh" presStyleCnt="0"/>
      <dgm:spPr/>
    </dgm:pt>
    <dgm:pt modelId="{C931D26D-A47F-4A5C-9317-9826C44CD0EB}" type="pres">
      <dgm:prSet presAssocID="{46D4E895-0333-4D55-B3FD-9E26EACE42FB}" presName="lineNode" presStyleLbl="alignNode1" presStyleIdx="15" presStyleCnt="21"/>
      <dgm:spPr/>
    </dgm:pt>
    <dgm:pt modelId="{5457478C-5890-4F79-B9D3-E10B006ED515}" type="pres">
      <dgm:prSet presAssocID="{46D4E895-0333-4D55-B3FD-9E26EACE42FB}" presName="lineArrowNode" presStyleLbl="alignNode1" presStyleIdx="16" presStyleCnt="21"/>
      <dgm:spPr/>
    </dgm:pt>
    <dgm:pt modelId="{5A2BB9EC-149D-4302-8751-3E00CAD72ED1}" type="pres">
      <dgm:prSet presAssocID="{FF83D882-4D53-457F-8B15-32DDC268DF21}" presName="sibTransNodeCircle" presStyleLbl="alignNode1" presStyleIdx="17" presStyleCnt="21">
        <dgm:presLayoutVars>
          <dgm:chMax val="0"/>
          <dgm:bulletEnabled/>
        </dgm:presLayoutVars>
      </dgm:prSet>
      <dgm:spPr/>
    </dgm:pt>
    <dgm:pt modelId="{B8235E29-44E7-43E5-8E48-3135F16082CD}" type="pres">
      <dgm:prSet presAssocID="{FF83D882-4D53-457F-8B15-32DDC268DF21}" presName="spacerBetweenCircleAndCallout" presStyleCnt="0">
        <dgm:presLayoutVars/>
      </dgm:prSet>
      <dgm:spPr/>
    </dgm:pt>
    <dgm:pt modelId="{37B1DCEC-AB38-42DA-A5E8-7D2EC287C22D}" type="pres">
      <dgm:prSet presAssocID="{FF83D882-4D53-457F-8B15-32DDC268DF21}" presName="verticalConnector" presStyleLbl="alignAccFollowNode1" presStyleIdx="5" presStyleCnt="7"/>
      <dgm:spPr/>
    </dgm:pt>
    <dgm:pt modelId="{DDD1FF2C-AF73-40A9-A4FB-9236A8A2F3C2}" type="pres">
      <dgm:prSet presAssocID="{46D4E895-0333-4D55-B3FD-9E26EACE42FB}" presName="nodeText" presStyleLbl="fgAcc1" presStyleIdx="5" presStyleCnt="7">
        <dgm:presLayoutVars>
          <dgm:bulletEnabled val="1"/>
        </dgm:presLayoutVars>
      </dgm:prSet>
      <dgm:spPr/>
    </dgm:pt>
    <dgm:pt modelId="{CDEAA0BA-BB63-4218-8630-A6EA9AF6C34C}" type="pres">
      <dgm:prSet presAssocID="{FF83D882-4D53-457F-8B15-32DDC268DF21}" presName="sibTransComposite" presStyleCnt="0"/>
      <dgm:spPr/>
    </dgm:pt>
    <dgm:pt modelId="{D33B28DC-4BDD-4515-BACA-6B0DCB344BD3}" type="pres">
      <dgm:prSet presAssocID="{49017DF3-9709-4694-969A-FE7674695951}" presName="compositeNode" presStyleCnt="0"/>
      <dgm:spPr/>
    </dgm:pt>
    <dgm:pt modelId="{6F86F8F9-D7AE-469B-9F87-CC62A7AE2FD5}" type="pres">
      <dgm:prSet presAssocID="{49017DF3-9709-4694-969A-FE7674695951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68DAE51A-1079-43D7-8FA0-B3D532BDB086}" type="pres">
      <dgm:prSet presAssocID="{49017DF3-9709-4694-969A-FE7674695951}" presName="parSh" presStyleCnt="0"/>
      <dgm:spPr/>
    </dgm:pt>
    <dgm:pt modelId="{A92230BC-62DA-4672-BF16-22FD89E5C9C0}" type="pres">
      <dgm:prSet presAssocID="{49017DF3-9709-4694-969A-FE7674695951}" presName="lineNode" presStyleLbl="alignNode1" presStyleIdx="18" presStyleCnt="21"/>
      <dgm:spPr/>
    </dgm:pt>
    <dgm:pt modelId="{35E70CC4-1686-4DAA-B141-BF2D854005FF}" type="pres">
      <dgm:prSet presAssocID="{49017DF3-9709-4694-969A-FE7674695951}" presName="lineArrowNode" presStyleLbl="alignNode1" presStyleIdx="19" presStyleCnt="21"/>
      <dgm:spPr/>
    </dgm:pt>
    <dgm:pt modelId="{43E9664E-9530-44AB-9687-716550FB0EF8}" type="pres">
      <dgm:prSet presAssocID="{25FF5AB6-9E7C-48CE-9630-F7871391E07D}" presName="sibTransNodeCircle" presStyleLbl="alignNode1" presStyleIdx="20" presStyleCnt="21">
        <dgm:presLayoutVars>
          <dgm:chMax val="0"/>
          <dgm:bulletEnabled/>
        </dgm:presLayoutVars>
      </dgm:prSet>
      <dgm:spPr/>
    </dgm:pt>
    <dgm:pt modelId="{6A89046E-35C9-4350-8199-B20DEBEA363F}" type="pres">
      <dgm:prSet presAssocID="{25FF5AB6-9E7C-48CE-9630-F7871391E07D}" presName="spacerBetweenCircleAndCallout" presStyleCnt="0">
        <dgm:presLayoutVars/>
      </dgm:prSet>
      <dgm:spPr/>
    </dgm:pt>
    <dgm:pt modelId="{C3328C2B-E59F-4B69-8A09-4D9DCB58EDCE}" type="pres">
      <dgm:prSet presAssocID="{25FF5AB6-9E7C-48CE-9630-F7871391E07D}" presName="verticalConnector" presStyleLbl="alignAccFollowNode1" presStyleIdx="6" presStyleCnt="7"/>
      <dgm:spPr/>
    </dgm:pt>
    <dgm:pt modelId="{30A3822A-7BD4-4E4D-B0D2-0DE08298A114}" type="pres">
      <dgm:prSet presAssocID="{49017DF3-9709-4694-969A-FE7674695951}" presName="nodeText" presStyleLbl="fgAcc1" presStyleIdx="6" presStyleCnt="7">
        <dgm:presLayoutVars>
          <dgm:bulletEnabled val="1"/>
        </dgm:presLayoutVars>
      </dgm:prSet>
      <dgm:spPr/>
    </dgm:pt>
  </dgm:ptLst>
  <dgm:cxnLst>
    <dgm:cxn modelId="{9DF43203-1E90-44A5-9183-EC1975A4BE4A}" type="presOf" srcId="{6FAF92BD-2638-46AB-8EEF-3FE1ED13F15C}" destId="{3E91AA7A-F06A-4AE1-9D4D-182A57A71E3A}" srcOrd="1" destOrd="0" presId="urn:microsoft.com/office/officeart/2024/layout/NumberedLinearArrowProcess"/>
    <dgm:cxn modelId="{2BD0070E-D35C-4994-A644-302B9F8663A0}" srcId="{0F46D323-478B-4D4F-B21A-A6AB475E32C2}" destId="{6FAF92BD-2638-46AB-8EEF-3FE1ED13F15C}" srcOrd="0" destOrd="0" parTransId="{8ACBBBBC-341A-4D92-956F-68522ADA03C6}" sibTransId="{01853519-7CF8-4747-8620-BAC0FEAD6876}"/>
    <dgm:cxn modelId="{7151F912-E1A8-4D01-B9DE-4E3F7B8C1B5F}" type="presOf" srcId="{0F46D323-478B-4D4F-B21A-A6AB475E32C2}" destId="{DC8BFC57-25B1-4AE6-B0CC-FA65FA5BC85E}" srcOrd="0" destOrd="0" presId="urn:microsoft.com/office/officeart/2024/layout/NumberedLinearArrowProcess"/>
    <dgm:cxn modelId="{012E801D-F7E0-445E-9745-49FA33BEB041}" type="presOf" srcId="{FF83D882-4D53-457F-8B15-32DDC268DF21}" destId="{5A2BB9EC-149D-4302-8751-3E00CAD72ED1}" srcOrd="0" destOrd="0" presId="urn:microsoft.com/office/officeart/2024/layout/NumberedLinearArrowProcess"/>
    <dgm:cxn modelId="{8749A61E-BCF5-4B16-9582-917887D25E99}" srcId="{0F46D323-478B-4D4F-B21A-A6AB475E32C2}" destId="{65D91643-F209-4BF7-9339-FCB774114C80}" srcOrd="2" destOrd="0" parTransId="{82E6DE75-9FFD-49FC-9719-1ACA8D87D7BC}" sibTransId="{47ED7A9C-E914-4B95-B7DC-A1DBFD7BE12C}"/>
    <dgm:cxn modelId="{8CFD3121-D8FF-4503-AECA-995789B3FB64}" srcId="{0F46D323-478B-4D4F-B21A-A6AB475E32C2}" destId="{AB1AFF83-296D-4D50-9301-C8AB97FB01A2}" srcOrd="3" destOrd="0" parTransId="{9FDC4A6C-C023-4E1B-9193-E77030ADA21B}" sibTransId="{5F8AF7BA-B87D-4405-B1CA-01E42F1950F5}"/>
    <dgm:cxn modelId="{BC206829-F1E5-4DD4-A526-6D60A3417647}" type="presOf" srcId="{01853519-7CF8-4747-8620-BAC0FEAD6876}" destId="{30E6ABC0-BD6B-45F7-8863-7ADBDEFDE54D}" srcOrd="0" destOrd="0" presId="urn:microsoft.com/office/officeart/2024/layout/NumberedLinearArrowProcess"/>
    <dgm:cxn modelId="{277EC034-FB0F-41BF-AAEA-1BEE56470BB1}" type="presOf" srcId="{6FAF92BD-2638-46AB-8EEF-3FE1ED13F15C}" destId="{07439AA4-6FF8-40E4-8857-8A5BCE230566}" srcOrd="0" destOrd="0" presId="urn:microsoft.com/office/officeart/2024/layout/NumberedLinearArrowProcess"/>
    <dgm:cxn modelId="{29392A38-7896-41BC-B1D4-0075A7F86ABD}" type="presOf" srcId="{9C604971-566F-49C2-A9C8-C4F00013E14C}" destId="{FBFE8C01-76A0-45F2-8D34-7AEFE36DF295}" srcOrd="0" destOrd="0" presId="urn:microsoft.com/office/officeart/2024/layout/NumberedLinearArrowProcess"/>
    <dgm:cxn modelId="{8C2ECB3C-36E6-4E17-BCAA-00DD9E6A1A8C}" type="presOf" srcId="{47ED7A9C-E914-4B95-B7DC-A1DBFD7BE12C}" destId="{2F96DCCC-7B8C-4716-B3BC-5BD8F540BC55}" srcOrd="0" destOrd="0" presId="urn:microsoft.com/office/officeart/2024/layout/NumberedLinearArrowProcess"/>
    <dgm:cxn modelId="{10556047-6110-40B1-BB90-7C54064160ED}" type="presOf" srcId="{BB2B3E99-1161-4C00-A1DD-D0A1AF78234A}" destId="{12B1F8BC-17F5-4C2E-8F89-6B93E02C7E31}" srcOrd="0" destOrd="0" presId="urn:microsoft.com/office/officeart/2024/layout/NumberedLinearArrowProcess"/>
    <dgm:cxn modelId="{F0B2C448-EF7A-402B-AE4B-B3501E51B184}" type="presOf" srcId="{46D4E895-0333-4D55-B3FD-9E26EACE42FB}" destId="{DDD1FF2C-AF73-40A9-A4FB-9236A8A2F3C2}" srcOrd="1" destOrd="0" presId="urn:microsoft.com/office/officeart/2024/layout/NumberedLinearArrowProcess"/>
    <dgm:cxn modelId="{E624594C-0769-450D-94B1-6028FDEEA344}" srcId="{0F46D323-478B-4D4F-B21A-A6AB475E32C2}" destId="{103AF572-E798-4D9D-9F12-311D2D880C89}" srcOrd="4" destOrd="0" parTransId="{A3FB1154-90F3-4C30-9CB1-80893963ECB7}" sibTransId="{BB2B3E99-1161-4C00-A1DD-D0A1AF78234A}"/>
    <dgm:cxn modelId="{9D537C4E-D366-426F-BF79-2A95AE350D27}" srcId="{0F46D323-478B-4D4F-B21A-A6AB475E32C2}" destId="{49017DF3-9709-4694-969A-FE7674695951}" srcOrd="6" destOrd="0" parTransId="{C14D35D9-F772-4E2C-95DD-27D79231DF7F}" sibTransId="{25FF5AB6-9E7C-48CE-9630-F7871391E07D}"/>
    <dgm:cxn modelId="{0CCCBE7D-5276-4FB9-9833-9B5ED6A7FA32}" type="presOf" srcId="{46D4E895-0333-4D55-B3FD-9E26EACE42FB}" destId="{5457478C-5890-4F79-B9D3-E10B006ED515}" srcOrd="0" destOrd="0" presId="urn:microsoft.com/office/officeart/2024/layout/NumberedLinearArrowProcess"/>
    <dgm:cxn modelId="{F9FCCB91-ADDA-4662-8DC9-7DB3A62CD940}" srcId="{0F46D323-478B-4D4F-B21A-A6AB475E32C2}" destId="{D50BADC2-41F1-4555-885A-3A13A5D0D817}" srcOrd="1" destOrd="0" parTransId="{61902659-8742-488E-B28D-7B2E8312EC05}" sibTransId="{9C604971-566F-49C2-A9C8-C4F00013E14C}"/>
    <dgm:cxn modelId="{C37CE795-FA41-4E59-83A9-A5FC5C45BC09}" type="presOf" srcId="{49017DF3-9709-4694-969A-FE7674695951}" destId="{35E70CC4-1686-4DAA-B141-BF2D854005FF}" srcOrd="0" destOrd="0" presId="urn:microsoft.com/office/officeart/2024/layout/NumberedLinearArrowProcess"/>
    <dgm:cxn modelId="{5ACBDC9F-F5D8-46BD-8270-B41886EB15FD}" type="presOf" srcId="{65D91643-F209-4BF7-9339-FCB774114C80}" destId="{20ADE023-8FD7-4699-8F35-AEBF78697186}" srcOrd="0" destOrd="0" presId="urn:microsoft.com/office/officeart/2024/layout/NumberedLinearArrowProcess"/>
    <dgm:cxn modelId="{3AD50BA8-D6CC-4FFE-AF4B-B8EABAA404CB}" srcId="{0F46D323-478B-4D4F-B21A-A6AB475E32C2}" destId="{46D4E895-0333-4D55-B3FD-9E26EACE42FB}" srcOrd="5" destOrd="0" parTransId="{430D7430-4CC5-4D36-9E66-707D75313FCF}" sibTransId="{FF83D882-4D53-457F-8B15-32DDC268DF21}"/>
    <dgm:cxn modelId="{4C91E2AA-4777-47CD-BA7E-0DE325817CD9}" type="presOf" srcId="{D50BADC2-41F1-4555-885A-3A13A5D0D817}" destId="{6853243B-F3CA-4907-A315-B0982EABCED2}" srcOrd="0" destOrd="0" presId="urn:microsoft.com/office/officeart/2024/layout/NumberedLinearArrowProcess"/>
    <dgm:cxn modelId="{743EE1AD-8E50-404A-941A-462B5CA84C09}" type="presOf" srcId="{25FF5AB6-9E7C-48CE-9630-F7871391E07D}" destId="{43E9664E-9530-44AB-9687-716550FB0EF8}" srcOrd="0" destOrd="0" presId="urn:microsoft.com/office/officeart/2024/layout/NumberedLinearArrowProcess"/>
    <dgm:cxn modelId="{F5A565B4-17A0-418A-A6F7-CE3F7146148D}" type="presOf" srcId="{D50BADC2-41F1-4555-885A-3A13A5D0D817}" destId="{01D02939-76A1-4D68-B0E4-0D67CF3B253D}" srcOrd="1" destOrd="0" presId="urn:microsoft.com/office/officeart/2024/layout/NumberedLinearArrowProcess"/>
    <dgm:cxn modelId="{E83772CC-41E6-4F9F-BDE5-DBED16DDEED1}" type="presOf" srcId="{AB1AFF83-296D-4D50-9301-C8AB97FB01A2}" destId="{14B50B8F-2777-4B47-9A97-545E76691998}" srcOrd="1" destOrd="0" presId="urn:microsoft.com/office/officeart/2024/layout/NumberedLinearArrowProcess"/>
    <dgm:cxn modelId="{304963CD-1458-44BD-A892-FE2ACC9DA84A}" type="presOf" srcId="{AB1AFF83-296D-4D50-9301-C8AB97FB01A2}" destId="{01D71748-153F-4464-AC27-4F8337021763}" srcOrd="0" destOrd="0" presId="urn:microsoft.com/office/officeart/2024/layout/NumberedLinearArrowProcess"/>
    <dgm:cxn modelId="{347A3BD8-1AD6-4670-8773-E46C1A7DAA40}" type="presOf" srcId="{65D91643-F209-4BF7-9339-FCB774114C80}" destId="{0D146D18-5846-4286-BB50-3C26A8DD4F24}" srcOrd="1" destOrd="0" presId="urn:microsoft.com/office/officeart/2024/layout/NumberedLinearArrowProcess"/>
    <dgm:cxn modelId="{034B21E6-053F-4DB7-90AF-481CFE576321}" type="presOf" srcId="{5F8AF7BA-B87D-4405-B1CA-01E42F1950F5}" destId="{A22929EA-4843-46EF-BDD9-749C988D3C63}" srcOrd="0" destOrd="0" presId="urn:microsoft.com/office/officeart/2024/layout/NumberedLinearArrowProcess"/>
    <dgm:cxn modelId="{29D946F2-D287-4DA1-BAD7-01DA309FEEE2}" type="presOf" srcId="{49017DF3-9709-4694-969A-FE7674695951}" destId="{30A3822A-7BD4-4E4D-B0D2-0DE08298A114}" srcOrd="1" destOrd="0" presId="urn:microsoft.com/office/officeart/2024/layout/NumberedLinearArrowProcess"/>
    <dgm:cxn modelId="{631DABFA-75A1-4A8A-B501-CDCE3E2ED1E0}" type="presOf" srcId="{103AF572-E798-4D9D-9F12-311D2D880C89}" destId="{C35DC20B-A48E-4FE3-A911-092E3138CF89}" srcOrd="1" destOrd="0" presId="urn:microsoft.com/office/officeart/2024/layout/NumberedLinearArrowProcess"/>
    <dgm:cxn modelId="{934393FE-5304-4BF6-BEB2-A86E8C41873A}" type="presOf" srcId="{103AF572-E798-4D9D-9F12-311D2D880C89}" destId="{14F0275A-DBF9-4BA3-BF3B-9C9926BE855B}" srcOrd="0" destOrd="0" presId="urn:microsoft.com/office/officeart/2024/layout/NumberedLinearArrowProcess"/>
    <dgm:cxn modelId="{8AD70FA0-1213-4A44-9964-81B5C4607657}" type="presParOf" srcId="{DC8BFC57-25B1-4AE6-B0CC-FA65FA5BC85E}" destId="{88403842-2A2C-4CC6-988B-4C1BFD0F2E1D}" srcOrd="0" destOrd="0" presId="urn:microsoft.com/office/officeart/2024/layout/NumberedLinearArrowProcess"/>
    <dgm:cxn modelId="{524145B8-A4F2-413B-9660-086172F06DA3}" type="presParOf" srcId="{88403842-2A2C-4CC6-988B-4C1BFD0F2E1D}" destId="{0A93AC22-6809-4C03-AD7F-F28B39812C0C}" srcOrd="0" destOrd="0" presId="urn:microsoft.com/office/officeart/2024/layout/NumberedLinearArrowProcess"/>
    <dgm:cxn modelId="{B7311989-A87C-4C59-9075-5F58561DE510}" type="presParOf" srcId="{88403842-2A2C-4CC6-988B-4C1BFD0F2E1D}" destId="{801EC71A-8910-4DCC-8E76-BBA341F47066}" srcOrd="1" destOrd="0" presId="urn:microsoft.com/office/officeart/2024/layout/NumberedLinearArrowProcess"/>
    <dgm:cxn modelId="{9F0584C3-6D7C-45BD-B340-F67B4A246768}" type="presParOf" srcId="{801EC71A-8910-4DCC-8E76-BBA341F47066}" destId="{A0B00243-F7DB-4EE8-9F4E-336B03C796BA}" srcOrd="0" destOrd="0" presId="urn:microsoft.com/office/officeart/2024/layout/NumberedLinearArrowProcess"/>
    <dgm:cxn modelId="{07F65123-140D-42CC-A5EE-B9BF5C76CD54}" type="presParOf" srcId="{801EC71A-8910-4DCC-8E76-BBA341F47066}" destId="{07439AA4-6FF8-40E4-8857-8A5BCE230566}" srcOrd="1" destOrd="0" presId="urn:microsoft.com/office/officeart/2024/layout/NumberedLinearArrowProcess"/>
    <dgm:cxn modelId="{57B4A09F-44C0-427D-A4FA-D6E9008C0004}" type="presParOf" srcId="{801EC71A-8910-4DCC-8E76-BBA341F47066}" destId="{30E6ABC0-BD6B-45F7-8863-7ADBDEFDE54D}" srcOrd="2" destOrd="0" presId="urn:microsoft.com/office/officeart/2024/layout/NumberedLinearArrowProcess"/>
    <dgm:cxn modelId="{BED33F2D-FEC1-45A8-8E88-E64E049178CF}" type="presParOf" srcId="{801EC71A-8910-4DCC-8E76-BBA341F47066}" destId="{E767A903-36A4-4FA8-A9DF-803BFF222782}" srcOrd="3" destOrd="0" presId="urn:microsoft.com/office/officeart/2024/layout/NumberedLinearArrowProcess"/>
    <dgm:cxn modelId="{99927F34-8560-421F-AAD8-9CA936FBD106}" type="presParOf" srcId="{801EC71A-8910-4DCC-8E76-BBA341F47066}" destId="{5FF86D81-C186-41D1-8DBC-803B3A50D5DE}" srcOrd="4" destOrd="0" presId="urn:microsoft.com/office/officeart/2024/layout/NumberedLinearArrowProcess"/>
    <dgm:cxn modelId="{B6CFF1E9-5992-47E2-BE2D-6A023C51D9E4}" type="presParOf" srcId="{88403842-2A2C-4CC6-988B-4C1BFD0F2E1D}" destId="{3E91AA7A-F06A-4AE1-9D4D-182A57A71E3A}" srcOrd="2" destOrd="0" presId="urn:microsoft.com/office/officeart/2024/layout/NumberedLinearArrowProcess"/>
    <dgm:cxn modelId="{2103250E-1F41-4A08-A211-E19998F7901E}" type="presParOf" srcId="{DC8BFC57-25B1-4AE6-B0CC-FA65FA5BC85E}" destId="{3F576DDE-A12B-4415-82FD-3CB2F727833C}" srcOrd="1" destOrd="0" presId="urn:microsoft.com/office/officeart/2024/layout/NumberedLinearArrowProcess"/>
    <dgm:cxn modelId="{DF4BC5E3-3E84-4101-95A3-009F8C95E1F5}" type="presParOf" srcId="{DC8BFC57-25B1-4AE6-B0CC-FA65FA5BC85E}" destId="{95F830DA-B2D7-4C75-A9E0-BAB036C47902}" srcOrd="2" destOrd="0" presId="urn:microsoft.com/office/officeart/2024/layout/NumberedLinearArrowProcess"/>
    <dgm:cxn modelId="{2A333F74-6EA4-4D7C-8E58-B2E697A6E835}" type="presParOf" srcId="{95F830DA-B2D7-4C75-A9E0-BAB036C47902}" destId="{6177B8A8-0AE8-4DA0-B21D-22940BB903DA}" srcOrd="0" destOrd="0" presId="urn:microsoft.com/office/officeart/2024/layout/NumberedLinearArrowProcess"/>
    <dgm:cxn modelId="{F50A893D-3A2A-44B2-9D80-80C26A0A9948}" type="presParOf" srcId="{95F830DA-B2D7-4C75-A9E0-BAB036C47902}" destId="{70FFB781-33B3-4C5B-9F54-D2C18305E2CD}" srcOrd="1" destOrd="0" presId="urn:microsoft.com/office/officeart/2024/layout/NumberedLinearArrowProcess"/>
    <dgm:cxn modelId="{F70C6CDB-98F8-481A-BDF7-E57615786BBE}" type="presParOf" srcId="{70FFB781-33B3-4C5B-9F54-D2C18305E2CD}" destId="{9E60EA5D-D441-433D-B233-5D57E7C6C075}" srcOrd="0" destOrd="0" presId="urn:microsoft.com/office/officeart/2024/layout/NumberedLinearArrowProcess"/>
    <dgm:cxn modelId="{80DFF1E8-FEAC-4CF9-84EF-DA7797D48F24}" type="presParOf" srcId="{70FFB781-33B3-4C5B-9F54-D2C18305E2CD}" destId="{6853243B-F3CA-4907-A315-B0982EABCED2}" srcOrd="1" destOrd="0" presId="urn:microsoft.com/office/officeart/2024/layout/NumberedLinearArrowProcess"/>
    <dgm:cxn modelId="{92F23800-8F0D-47EA-AE15-4F66CC2162A4}" type="presParOf" srcId="{70FFB781-33B3-4C5B-9F54-D2C18305E2CD}" destId="{FBFE8C01-76A0-45F2-8D34-7AEFE36DF295}" srcOrd="2" destOrd="0" presId="urn:microsoft.com/office/officeart/2024/layout/NumberedLinearArrowProcess"/>
    <dgm:cxn modelId="{BAC0458D-9C52-4D28-B447-1D672049EB8E}" type="presParOf" srcId="{70FFB781-33B3-4C5B-9F54-D2C18305E2CD}" destId="{B84C4348-E945-47B1-965E-EB7AA60BB78B}" srcOrd="3" destOrd="0" presId="urn:microsoft.com/office/officeart/2024/layout/NumberedLinearArrowProcess"/>
    <dgm:cxn modelId="{2A21F7AC-0F65-4790-B43D-D68E4FD97C2F}" type="presParOf" srcId="{70FFB781-33B3-4C5B-9F54-D2C18305E2CD}" destId="{3D739CB4-B04E-4FEA-89A4-A3E3C25902B7}" srcOrd="4" destOrd="0" presId="urn:microsoft.com/office/officeart/2024/layout/NumberedLinearArrowProcess"/>
    <dgm:cxn modelId="{ED80A1E8-144F-4520-AFFF-DAA74B132DBA}" type="presParOf" srcId="{95F830DA-B2D7-4C75-A9E0-BAB036C47902}" destId="{01D02939-76A1-4D68-B0E4-0D67CF3B253D}" srcOrd="2" destOrd="0" presId="urn:microsoft.com/office/officeart/2024/layout/NumberedLinearArrowProcess"/>
    <dgm:cxn modelId="{DE80F612-E051-4602-9447-A30DD75E2DCB}" type="presParOf" srcId="{DC8BFC57-25B1-4AE6-B0CC-FA65FA5BC85E}" destId="{727C95BA-BC23-4E64-A681-D52224C1F12E}" srcOrd="3" destOrd="0" presId="urn:microsoft.com/office/officeart/2024/layout/NumberedLinearArrowProcess"/>
    <dgm:cxn modelId="{51BB1FA6-7ED4-4056-B6DB-68C4670789C1}" type="presParOf" srcId="{DC8BFC57-25B1-4AE6-B0CC-FA65FA5BC85E}" destId="{BE1F1948-1F4C-4ACC-93AE-C81431B43FE9}" srcOrd="4" destOrd="0" presId="urn:microsoft.com/office/officeart/2024/layout/NumberedLinearArrowProcess"/>
    <dgm:cxn modelId="{FD0043AF-D09C-4321-97AC-4C37716E2D24}" type="presParOf" srcId="{BE1F1948-1F4C-4ACC-93AE-C81431B43FE9}" destId="{706F1292-4FF8-48B8-B6B2-DA8C5DAB0826}" srcOrd="0" destOrd="0" presId="urn:microsoft.com/office/officeart/2024/layout/NumberedLinearArrowProcess"/>
    <dgm:cxn modelId="{785363D8-7855-4846-B1D8-CDB43000BBF1}" type="presParOf" srcId="{BE1F1948-1F4C-4ACC-93AE-C81431B43FE9}" destId="{9D2C6CE8-4D96-4703-B17C-D0A798BE85EE}" srcOrd="1" destOrd="0" presId="urn:microsoft.com/office/officeart/2024/layout/NumberedLinearArrowProcess"/>
    <dgm:cxn modelId="{56513772-1D69-4F46-AF67-D63542392B1C}" type="presParOf" srcId="{9D2C6CE8-4D96-4703-B17C-D0A798BE85EE}" destId="{848EC19B-7C5F-4EB7-8AAA-E079D6B6B3E8}" srcOrd="0" destOrd="0" presId="urn:microsoft.com/office/officeart/2024/layout/NumberedLinearArrowProcess"/>
    <dgm:cxn modelId="{C960D394-4E24-495F-880B-ED9112A430D8}" type="presParOf" srcId="{9D2C6CE8-4D96-4703-B17C-D0A798BE85EE}" destId="{20ADE023-8FD7-4699-8F35-AEBF78697186}" srcOrd="1" destOrd="0" presId="urn:microsoft.com/office/officeart/2024/layout/NumberedLinearArrowProcess"/>
    <dgm:cxn modelId="{EE28F970-A4AA-46A9-8164-150BE04847FD}" type="presParOf" srcId="{9D2C6CE8-4D96-4703-B17C-D0A798BE85EE}" destId="{2F96DCCC-7B8C-4716-B3BC-5BD8F540BC55}" srcOrd="2" destOrd="0" presId="urn:microsoft.com/office/officeart/2024/layout/NumberedLinearArrowProcess"/>
    <dgm:cxn modelId="{41F1E65F-2073-47DC-ACEB-32F16BAA2D4A}" type="presParOf" srcId="{9D2C6CE8-4D96-4703-B17C-D0A798BE85EE}" destId="{82EACF32-9254-4DD2-A054-4BB0A657B33A}" srcOrd="3" destOrd="0" presId="urn:microsoft.com/office/officeart/2024/layout/NumberedLinearArrowProcess"/>
    <dgm:cxn modelId="{E69124C5-2791-455F-BC6F-E143E1F125BD}" type="presParOf" srcId="{9D2C6CE8-4D96-4703-B17C-D0A798BE85EE}" destId="{FBDE416F-B93F-41BD-85A8-02FCAF978A01}" srcOrd="4" destOrd="0" presId="urn:microsoft.com/office/officeart/2024/layout/NumberedLinearArrowProcess"/>
    <dgm:cxn modelId="{AE042983-0C32-440F-B997-801B25BB1B46}" type="presParOf" srcId="{BE1F1948-1F4C-4ACC-93AE-C81431B43FE9}" destId="{0D146D18-5846-4286-BB50-3C26A8DD4F24}" srcOrd="2" destOrd="0" presId="urn:microsoft.com/office/officeart/2024/layout/NumberedLinearArrowProcess"/>
    <dgm:cxn modelId="{915D15BC-9588-4740-AD11-3788F01846AD}" type="presParOf" srcId="{DC8BFC57-25B1-4AE6-B0CC-FA65FA5BC85E}" destId="{0495D22D-63C5-42C7-AD77-5B049468FE27}" srcOrd="5" destOrd="0" presId="urn:microsoft.com/office/officeart/2024/layout/NumberedLinearArrowProcess"/>
    <dgm:cxn modelId="{EED83143-67C9-44BC-8CD8-D64D9B82B0B4}" type="presParOf" srcId="{DC8BFC57-25B1-4AE6-B0CC-FA65FA5BC85E}" destId="{2D2733A6-8774-4151-B4EA-F2B229D39000}" srcOrd="6" destOrd="0" presId="urn:microsoft.com/office/officeart/2024/layout/NumberedLinearArrowProcess"/>
    <dgm:cxn modelId="{FF5A2A03-28C5-4306-BD43-36AEB93B3748}" type="presParOf" srcId="{2D2733A6-8774-4151-B4EA-F2B229D39000}" destId="{B1140DC9-D27D-4EEB-848B-1F83A086E4E4}" srcOrd="0" destOrd="0" presId="urn:microsoft.com/office/officeart/2024/layout/NumberedLinearArrowProcess"/>
    <dgm:cxn modelId="{7AE1E5E1-470C-4449-91D4-6F486E6F919A}" type="presParOf" srcId="{2D2733A6-8774-4151-B4EA-F2B229D39000}" destId="{8964F889-68EA-486A-A401-37F68A23F1D9}" srcOrd="1" destOrd="0" presId="urn:microsoft.com/office/officeart/2024/layout/NumberedLinearArrowProcess"/>
    <dgm:cxn modelId="{FD89136C-A663-4375-B908-5E6849A76225}" type="presParOf" srcId="{8964F889-68EA-486A-A401-37F68A23F1D9}" destId="{63499B26-D1D8-49F8-A0F0-D7F45E6C4263}" srcOrd="0" destOrd="0" presId="urn:microsoft.com/office/officeart/2024/layout/NumberedLinearArrowProcess"/>
    <dgm:cxn modelId="{6923AB3D-143C-4930-89D0-DDD3661FC560}" type="presParOf" srcId="{8964F889-68EA-486A-A401-37F68A23F1D9}" destId="{01D71748-153F-4464-AC27-4F8337021763}" srcOrd="1" destOrd="0" presId="urn:microsoft.com/office/officeart/2024/layout/NumberedLinearArrowProcess"/>
    <dgm:cxn modelId="{7C9791E7-32E5-499F-8BEA-71DD9DBE241B}" type="presParOf" srcId="{8964F889-68EA-486A-A401-37F68A23F1D9}" destId="{A22929EA-4843-46EF-BDD9-749C988D3C63}" srcOrd="2" destOrd="0" presId="urn:microsoft.com/office/officeart/2024/layout/NumberedLinearArrowProcess"/>
    <dgm:cxn modelId="{D52BC7AE-703B-4F4B-9BB8-A7930A1323AF}" type="presParOf" srcId="{8964F889-68EA-486A-A401-37F68A23F1D9}" destId="{D42A352B-FF10-4ECD-8B75-5F35C1BD2073}" srcOrd="3" destOrd="0" presId="urn:microsoft.com/office/officeart/2024/layout/NumberedLinearArrowProcess"/>
    <dgm:cxn modelId="{734EFAD2-ECF1-4477-80C8-C5A25FE0953D}" type="presParOf" srcId="{8964F889-68EA-486A-A401-37F68A23F1D9}" destId="{3B74F05E-8EA4-4978-BB0F-1AD886818A28}" srcOrd="4" destOrd="0" presId="urn:microsoft.com/office/officeart/2024/layout/NumberedLinearArrowProcess"/>
    <dgm:cxn modelId="{2EFD26FE-CA4B-4C2F-AB2F-6EEAB783D820}" type="presParOf" srcId="{2D2733A6-8774-4151-B4EA-F2B229D39000}" destId="{14B50B8F-2777-4B47-9A97-545E76691998}" srcOrd="2" destOrd="0" presId="urn:microsoft.com/office/officeart/2024/layout/NumberedLinearArrowProcess"/>
    <dgm:cxn modelId="{4E7DB7D5-4EC0-461E-B84C-E1B8911E0AC3}" type="presParOf" srcId="{DC8BFC57-25B1-4AE6-B0CC-FA65FA5BC85E}" destId="{8854D534-C1A7-48A6-B173-F5DBF1A9B900}" srcOrd="7" destOrd="0" presId="urn:microsoft.com/office/officeart/2024/layout/NumberedLinearArrowProcess"/>
    <dgm:cxn modelId="{0A8E756C-2B0A-4FBF-9CC5-642DC8D03AFD}" type="presParOf" srcId="{DC8BFC57-25B1-4AE6-B0CC-FA65FA5BC85E}" destId="{54DFBEC5-5522-43BE-9EFE-9DFF46910AFB}" srcOrd="8" destOrd="0" presId="urn:microsoft.com/office/officeart/2024/layout/NumberedLinearArrowProcess"/>
    <dgm:cxn modelId="{F33E3C25-DBDC-4C08-AFDD-D1B5E7FC9186}" type="presParOf" srcId="{54DFBEC5-5522-43BE-9EFE-9DFF46910AFB}" destId="{5D47E422-3128-43C3-BD54-7DA1C59F7F4B}" srcOrd="0" destOrd="0" presId="urn:microsoft.com/office/officeart/2024/layout/NumberedLinearArrowProcess"/>
    <dgm:cxn modelId="{72930995-6BF0-4200-8B0D-2DDD5D110F3A}" type="presParOf" srcId="{54DFBEC5-5522-43BE-9EFE-9DFF46910AFB}" destId="{DB54AB86-A0BC-460B-9E2D-E9D5E8B44FA4}" srcOrd="1" destOrd="0" presId="urn:microsoft.com/office/officeart/2024/layout/NumberedLinearArrowProcess"/>
    <dgm:cxn modelId="{F840623A-1055-4DAB-B10D-077C05C08DAF}" type="presParOf" srcId="{DB54AB86-A0BC-460B-9E2D-E9D5E8B44FA4}" destId="{70A714E5-EEA5-4DB3-A5EA-199C1F2C0670}" srcOrd="0" destOrd="0" presId="urn:microsoft.com/office/officeart/2024/layout/NumberedLinearArrowProcess"/>
    <dgm:cxn modelId="{93C8BED3-188B-407A-A2BC-512E75E69687}" type="presParOf" srcId="{DB54AB86-A0BC-460B-9E2D-E9D5E8B44FA4}" destId="{14F0275A-DBF9-4BA3-BF3B-9C9926BE855B}" srcOrd="1" destOrd="0" presId="urn:microsoft.com/office/officeart/2024/layout/NumberedLinearArrowProcess"/>
    <dgm:cxn modelId="{7B0B25AE-1DEC-45B4-A600-2E3FE305C957}" type="presParOf" srcId="{DB54AB86-A0BC-460B-9E2D-E9D5E8B44FA4}" destId="{12B1F8BC-17F5-4C2E-8F89-6B93E02C7E31}" srcOrd="2" destOrd="0" presId="urn:microsoft.com/office/officeart/2024/layout/NumberedLinearArrowProcess"/>
    <dgm:cxn modelId="{F515B6D9-DE42-4834-A0D6-069FA58D0CFA}" type="presParOf" srcId="{DB54AB86-A0BC-460B-9E2D-E9D5E8B44FA4}" destId="{34CF2AD2-FD6C-4420-A251-74DD235FA471}" srcOrd="3" destOrd="0" presId="urn:microsoft.com/office/officeart/2024/layout/NumberedLinearArrowProcess"/>
    <dgm:cxn modelId="{1E1650B3-9107-4247-9667-7E4EEC3A8BAD}" type="presParOf" srcId="{DB54AB86-A0BC-460B-9E2D-E9D5E8B44FA4}" destId="{C9D1AB4F-387C-4DFB-8A4B-5D42ED7C88AD}" srcOrd="4" destOrd="0" presId="urn:microsoft.com/office/officeart/2024/layout/NumberedLinearArrowProcess"/>
    <dgm:cxn modelId="{83D61F93-AE18-4480-BDB2-3A17619028B8}" type="presParOf" srcId="{54DFBEC5-5522-43BE-9EFE-9DFF46910AFB}" destId="{C35DC20B-A48E-4FE3-A911-092E3138CF89}" srcOrd="2" destOrd="0" presId="urn:microsoft.com/office/officeart/2024/layout/NumberedLinearArrowProcess"/>
    <dgm:cxn modelId="{D1CACD70-BB34-4F59-AB99-BD4E8D276A2E}" type="presParOf" srcId="{DC8BFC57-25B1-4AE6-B0CC-FA65FA5BC85E}" destId="{824879CB-1C3A-4C6E-9EC6-062663598B54}" srcOrd="9" destOrd="0" presId="urn:microsoft.com/office/officeart/2024/layout/NumberedLinearArrowProcess"/>
    <dgm:cxn modelId="{7B3EF235-DC60-422F-8E60-C367874E9976}" type="presParOf" srcId="{DC8BFC57-25B1-4AE6-B0CC-FA65FA5BC85E}" destId="{CFBD5FC2-46F0-4EDF-9AF8-0408B320871B}" srcOrd="10" destOrd="0" presId="urn:microsoft.com/office/officeart/2024/layout/NumberedLinearArrowProcess"/>
    <dgm:cxn modelId="{3108FC85-4FC8-46F5-9579-2853D6B1FFE5}" type="presParOf" srcId="{CFBD5FC2-46F0-4EDF-9AF8-0408B320871B}" destId="{88462262-799C-46D6-8E19-D3415CC7381D}" srcOrd="0" destOrd="0" presId="urn:microsoft.com/office/officeart/2024/layout/NumberedLinearArrowProcess"/>
    <dgm:cxn modelId="{5C64632B-A34F-490D-AE20-C9F0438FF006}" type="presParOf" srcId="{CFBD5FC2-46F0-4EDF-9AF8-0408B320871B}" destId="{EB6E797E-BB67-4F0A-AAF3-B70CDFC25FA9}" srcOrd="1" destOrd="0" presId="urn:microsoft.com/office/officeart/2024/layout/NumberedLinearArrowProcess"/>
    <dgm:cxn modelId="{8192B4B2-D883-4768-82EC-F62FA18175DB}" type="presParOf" srcId="{EB6E797E-BB67-4F0A-AAF3-B70CDFC25FA9}" destId="{C931D26D-A47F-4A5C-9317-9826C44CD0EB}" srcOrd="0" destOrd="0" presId="urn:microsoft.com/office/officeart/2024/layout/NumberedLinearArrowProcess"/>
    <dgm:cxn modelId="{2203B2AA-4D89-4EDA-8452-01DFD685D4C2}" type="presParOf" srcId="{EB6E797E-BB67-4F0A-AAF3-B70CDFC25FA9}" destId="{5457478C-5890-4F79-B9D3-E10B006ED515}" srcOrd="1" destOrd="0" presId="urn:microsoft.com/office/officeart/2024/layout/NumberedLinearArrowProcess"/>
    <dgm:cxn modelId="{B934E59C-7978-4151-AA08-955523F59340}" type="presParOf" srcId="{EB6E797E-BB67-4F0A-AAF3-B70CDFC25FA9}" destId="{5A2BB9EC-149D-4302-8751-3E00CAD72ED1}" srcOrd="2" destOrd="0" presId="urn:microsoft.com/office/officeart/2024/layout/NumberedLinearArrowProcess"/>
    <dgm:cxn modelId="{FAF1C5E9-3135-4AEC-807A-956D421BFCC1}" type="presParOf" srcId="{EB6E797E-BB67-4F0A-AAF3-B70CDFC25FA9}" destId="{B8235E29-44E7-43E5-8E48-3135F16082CD}" srcOrd="3" destOrd="0" presId="urn:microsoft.com/office/officeart/2024/layout/NumberedLinearArrowProcess"/>
    <dgm:cxn modelId="{731CCAD1-4CA9-4F0E-A2D2-ACE0AFF77234}" type="presParOf" srcId="{EB6E797E-BB67-4F0A-AAF3-B70CDFC25FA9}" destId="{37B1DCEC-AB38-42DA-A5E8-7D2EC287C22D}" srcOrd="4" destOrd="0" presId="urn:microsoft.com/office/officeart/2024/layout/NumberedLinearArrowProcess"/>
    <dgm:cxn modelId="{5827DB45-6623-4296-B4DD-5F560DB8A1DC}" type="presParOf" srcId="{CFBD5FC2-46F0-4EDF-9AF8-0408B320871B}" destId="{DDD1FF2C-AF73-40A9-A4FB-9236A8A2F3C2}" srcOrd="2" destOrd="0" presId="urn:microsoft.com/office/officeart/2024/layout/NumberedLinearArrowProcess"/>
    <dgm:cxn modelId="{BE4BADAC-D3D8-4C5C-92B4-6AC324822E81}" type="presParOf" srcId="{DC8BFC57-25B1-4AE6-B0CC-FA65FA5BC85E}" destId="{CDEAA0BA-BB63-4218-8630-A6EA9AF6C34C}" srcOrd="11" destOrd="0" presId="urn:microsoft.com/office/officeart/2024/layout/NumberedLinearArrowProcess"/>
    <dgm:cxn modelId="{9C10EB0B-DDFA-4CF3-A545-DCDD955EACF2}" type="presParOf" srcId="{DC8BFC57-25B1-4AE6-B0CC-FA65FA5BC85E}" destId="{D33B28DC-4BDD-4515-BACA-6B0DCB344BD3}" srcOrd="12" destOrd="0" presId="urn:microsoft.com/office/officeart/2024/layout/NumberedLinearArrowProcess"/>
    <dgm:cxn modelId="{32649913-1703-476B-9360-059E87742B76}" type="presParOf" srcId="{D33B28DC-4BDD-4515-BACA-6B0DCB344BD3}" destId="{6F86F8F9-D7AE-469B-9F87-CC62A7AE2FD5}" srcOrd="0" destOrd="0" presId="urn:microsoft.com/office/officeart/2024/layout/NumberedLinearArrowProcess"/>
    <dgm:cxn modelId="{63CC867B-E5CB-4922-B8B5-F6D5C0BF7A1C}" type="presParOf" srcId="{D33B28DC-4BDD-4515-BACA-6B0DCB344BD3}" destId="{68DAE51A-1079-43D7-8FA0-B3D532BDB086}" srcOrd="1" destOrd="0" presId="urn:microsoft.com/office/officeart/2024/layout/NumberedLinearArrowProcess"/>
    <dgm:cxn modelId="{EE8A64FB-BD3B-4D00-9A99-D07B235E8C00}" type="presParOf" srcId="{68DAE51A-1079-43D7-8FA0-B3D532BDB086}" destId="{A92230BC-62DA-4672-BF16-22FD89E5C9C0}" srcOrd="0" destOrd="0" presId="urn:microsoft.com/office/officeart/2024/layout/NumberedLinearArrowProcess"/>
    <dgm:cxn modelId="{FE567AA8-3597-42BA-859A-5535158109BB}" type="presParOf" srcId="{68DAE51A-1079-43D7-8FA0-B3D532BDB086}" destId="{35E70CC4-1686-4DAA-B141-BF2D854005FF}" srcOrd="1" destOrd="0" presId="urn:microsoft.com/office/officeart/2024/layout/NumberedLinearArrowProcess"/>
    <dgm:cxn modelId="{C59814D4-45D4-4ED0-A590-0F99A279D7F7}" type="presParOf" srcId="{68DAE51A-1079-43D7-8FA0-B3D532BDB086}" destId="{43E9664E-9530-44AB-9687-716550FB0EF8}" srcOrd="2" destOrd="0" presId="urn:microsoft.com/office/officeart/2024/layout/NumberedLinearArrowProcess"/>
    <dgm:cxn modelId="{48E8F61F-6ECA-4A59-949C-4CE0C4C3FAF4}" type="presParOf" srcId="{68DAE51A-1079-43D7-8FA0-B3D532BDB086}" destId="{6A89046E-35C9-4350-8199-B20DEBEA363F}" srcOrd="3" destOrd="0" presId="urn:microsoft.com/office/officeart/2024/layout/NumberedLinearArrowProcess"/>
    <dgm:cxn modelId="{C765AA0D-4091-4F39-A5DE-FB58D476970E}" type="presParOf" srcId="{68DAE51A-1079-43D7-8FA0-B3D532BDB086}" destId="{C3328C2B-E59F-4B69-8A09-4D9DCB58EDCE}" srcOrd="4" destOrd="0" presId="urn:microsoft.com/office/officeart/2024/layout/NumberedLinearArrowProcess"/>
    <dgm:cxn modelId="{CBB4E2CB-44AA-4A90-B7E6-C30D21105B39}" type="presParOf" srcId="{D33B28DC-4BDD-4515-BACA-6B0DCB344BD3}" destId="{30A3822A-7BD4-4E4D-B0D2-0DE08298A114}" srcOrd="2" destOrd="0" presId="urn:microsoft.com/office/officeart/2024/layout/NumberedLinear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46D323-478B-4D4F-B21A-A6AB475E32C2}" type="doc">
      <dgm:prSet loTypeId="urn:microsoft.com/office/officeart/2024/layout/IconCircleLabel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96D42D5-9713-4D84-B8C2-55119DFD163C}">
      <dgm:prSet phldrT="[Text]"/>
      <dgm:spPr/>
      <dgm:t>
        <a:bodyPr/>
        <a:lstStyle/>
        <a:p>
          <a:pPr>
            <a:lnSpc>
              <a:spcPct val="100000"/>
            </a:lnSpc>
            <a:defRPr/>
          </a:pPr>
          <a:r>
            <a:rPr lang="en-US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Streamlit</a:t>
          </a:r>
          <a:endParaRPr lang="en-US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EF5515D-24CE-4F9A-9B16-A97336BFDB64}" type="sibTrans" cxnId="{3006543D-45AB-469A-A572-D64D5181D629}">
      <dgm:prSet phldrT="5" phldr="0"/>
      <dgm:spPr/>
      <dgm:t>
        <a:bodyPr/>
        <a:lstStyle/>
        <a:p>
          <a:endParaRPr lang="en-US"/>
        </a:p>
      </dgm:t>
    </dgm:pt>
    <dgm:pt modelId="{835207EA-7879-496A-83E8-88CE8092CC64}" type="parTrans" cxnId="{3006543D-45AB-469A-A572-D64D5181D629}">
      <dgm:prSet/>
      <dgm:spPr/>
      <dgm:t>
        <a:bodyPr/>
        <a:lstStyle/>
        <a:p>
          <a:endParaRPr lang="en-US"/>
        </a:p>
      </dgm:t>
    </dgm:pt>
    <dgm:pt modelId="{AB1AFF83-296D-4D50-9301-C8AB97FB01A2}">
      <dgm:prSet phldrT="[Text]" custT="1"/>
      <dgm:spPr/>
      <dgm:t>
        <a:bodyPr/>
        <a:lstStyle/>
        <a:p>
          <a:pPr>
            <a:lnSpc>
              <a:spcPct val="100000"/>
            </a:lnSpc>
            <a:defRPr/>
          </a:pPr>
          <a:r>
            <a:rPr lang="en-US" sz="18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Chroma</a:t>
          </a:r>
          <a:endParaRPr lang="en-US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F8AF7BA-B87D-4405-B1CA-01E42F1950F5}" type="sibTrans" cxnId="{8CFD3121-D8FF-4503-AECA-995789B3FB64}">
      <dgm:prSet phldrT="4" phldr="0"/>
      <dgm:spPr/>
      <dgm:t>
        <a:bodyPr/>
        <a:lstStyle/>
        <a:p>
          <a:endParaRPr lang="en-US"/>
        </a:p>
      </dgm:t>
    </dgm:pt>
    <dgm:pt modelId="{9FDC4A6C-C023-4E1B-9193-E77030ADA21B}" type="parTrans" cxnId="{8CFD3121-D8FF-4503-AECA-995789B3FB64}">
      <dgm:prSet/>
      <dgm:spPr/>
      <dgm:t>
        <a:bodyPr/>
        <a:lstStyle/>
        <a:p>
          <a:endParaRPr lang="en-US"/>
        </a:p>
      </dgm:t>
    </dgm:pt>
    <dgm:pt modelId="{65D91643-F209-4BF7-9339-FCB774114C80}">
      <dgm:prSet phldrT="[Text]" custT="1"/>
      <dgm:spPr/>
      <dgm:t>
        <a:bodyPr/>
        <a:lstStyle/>
        <a:p>
          <a:pPr>
            <a:lnSpc>
              <a:spcPct val="100000"/>
            </a:lnSpc>
            <a:defRPr/>
          </a:pPr>
          <a:r>
            <a:rPr lang="en-US" sz="18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Ollama</a:t>
          </a:r>
          <a:endParaRPr lang="en-US" sz="1800" dirty="0"/>
        </a:p>
      </dgm:t>
    </dgm:pt>
    <dgm:pt modelId="{47ED7A9C-E914-4B95-B7DC-A1DBFD7BE12C}" type="sibTrans" cxnId="{8749A61E-BCF5-4B16-9582-917887D25E99}">
      <dgm:prSet phldrT="3" phldr="0"/>
      <dgm:spPr/>
      <dgm:t>
        <a:bodyPr/>
        <a:lstStyle/>
        <a:p>
          <a:endParaRPr lang="en-US"/>
        </a:p>
      </dgm:t>
    </dgm:pt>
    <dgm:pt modelId="{82E6DE75-9FFD-49FC-9719-1ACA8D87D7BC}" type="parTrans" cxnId="{8749A61E-BCF5-4B16-9582-917887D25E99}">
      <dgm:prSet/>
      <dgm:spPr/>
      <dgm:t>
        <a:bodyPr/>
        <a:lstStyle/>
        <a:p>
          <a:endParaRPr lang="en-US"/>
        </a:p>
      </dgm:t>
    </dgm:pt>
    <dgm:pt modelId="{D50BADC2-41F1-4555-885A-3A13A5D0D817}">
      <dgm:prSet phldrT="[Text]" custT="1"/>
      <dgm:spPr/>
      <dgm:t>
        <a:bodyPr/>
        <a:lstStyle/>
        <a:p>
          <a:pPr>
            <a:lnSpc>
              <a:spcPct val="100000"/>
            </a:lnSpc>
            <a:defRPr/>
          </a:pPr>
          <a:r>
            <a:rPr lang="en-US" sz="18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LangChain</a:t>
          </a:r>
          <a:endParaRPr lang="en-US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C604971-566F-49C2-A9C8-C4F00013E14C}" type="sibTrans" cxnId="{F9FCCB91-ADDA-4662-8DC9-7DB3A62CD940}">
      <dgm:prSet phldrT="2" phldr="0"/>
      <dgm:spPr/>
      <dgm:t>
        <a:bodyPr/>
        <a:lstStyle/>
        <a:p>
          <a:endParaRPr lang="en-US"/>
        </a:p>
      </dgm:t>
    </dgm:pt>
    <dgm:pt modelId="{61902659-8742-488E-B28D-7B2E8312EC05}" type="parTrans" cxnId="{F9FCCB91-ADDA-4662-8DC9-7DB3A62CD940}">
      <dgm:prSet/>
      <dgm:spPr/>
      <dgm:t>
        <a:bodyPr/>
        <a:lstStyle/>
        <a:p>
          <a:endParaRPr lang="en-US"/>
        </a:p>
      </dgm:t>
    </dgm:pt>
    <dgm:pt modelId="{6FAF92BD-2638-46AB-8EEF-3FE1ED13F15C}">
      <dgm:prSet phldrT="[Text]" custT="1"/>
      <dgm:spPr/>
      <dgm:t>
        <a:bodyPr/>
        <a:lstStyle/>
        <a:p>
          <a:pPr>
            <a:lnSpc>
              <a:spcPct val="100000"/>
            </a:lnSpc>
            <a:defRPr/>
          </a:pPr>
          <a:r>
            <a:rPr lang="en-US" sz="1800" b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 Bold"/>
            </a:rPr>
            <a:t>Python</a:t>
          </a:r>
          <a:endParaRPr lang="en-US" sz="1800" b="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1853519-7CF8-4747-8620-BAC0FEAD6876}" type="sibTrans" cxnId="{2BD0070E-D35C-4994-A644-302B9F8663A0}">
      <dgm:prSet phldrT="1" phldr="0"/>
      <dgm:spPr/>
      <dgm:t>
        <a:bodyPr/>
        <a:lstStyle/>
        <a:p>
          <a:endParaRPr lang="en-US"/>
        </a:p>
      </dgm:t>
    </dgm:pt>
    <dgm:pt modelId="{8ACBBBBC-341A-4D92-956F-68522ADA03C6}" type="parTrans" cxnId="{2BD0070E-D35C-4994-A644-302B9F8663A0}">
      <dgm:prSet/>
      <dgm:spPr/>
      <dgm:t>
        <a:bodyPr/>
        <a:lstStyle/>
        <a:p>
          <a:endParaRPr lang="en-US"/>
        </a:p>
      </dgm:t>
    </dgm:pt>
    <dgm:pt modelId="{D8E13CEE-4ED6-4E29-8508-80584DF7CB4E}" type="pres">
      <dgm:prSet presAssocID="{0F46D323-478B-4D4F-B21A-A6AB475E32C2}" presName="root" presStyleCnt="0">
        <dgm:presLayoutVars>
          <dgm:dir/>
          <dgm:resizeHandles val="exact"/>
        </dgm:presLayoutVars>
      </dgm:prSet>
      <dgm:spPr/>
    </dgm:pt>
    <dgm:pt modelId="{D6738DB4-6285-4DD7-AFB1-C31B02F02B4F}" type="pres">
      <dgm:prSet presAssocID="{6FAF92BD-2638-46AB-8EEF-3FE1ED13F15C}" presName="compNode" presStyleCnt="0"/>
      <dgm:spPr/>
    </dgm:pt>
    <dgm:pt modelId="{E14CB42D-CC9D-46AB-88D3-15B5EF079997}" type="pres">
      <dgm:prSet presAssocID="{6FAF92BD-2638-46AB-8EEF-3FE1ED13F15C}" presName="iconBgRect" presStyleLbl="node1" presStyleIdx="0" presStyleCnt="5"/>
      <dgm:spPr/>
    </dgm:pt>
    <dgm:pt modelId="{1E478636-7BDB-4F66-8072-6E49201ACD5E}" type="pres">
      <dgm:prSet presAssocID="{6FAF92BD-2638-46AB-8EEF-3FE1ED13F15C}" presName="iconRect" presStyleLbl="solidFgAcc1" presStyleIdx="0" presStyleCnt="5"/>
      <dgm:spPr>
        <a:blipFill rotWithShape="1">
          <a:blip xmlns:r="http://schemas.openxmlformats.org/officeDocument/2006/relationships" r:embed="rId1"/>
          <a:srcRect/>
          <a:stretch>
            <a:fillRect t="-18000" b="-18000"/>
          </a:stretch>
        </a:blipFill>
      </dgm:spPr>
    </dgm:pt>
    <dgm:pt modelId="{1C2C2BFE-214B-43EA-B9F4-BCF065BDC580}" type="pres">
      <dgm:prSet presAssocID="{6FAF92BD-2638-46AB-8EEF-3FE1ED13F15C}" presName="spaceRect" presStyleCnt="0"/>
      <dgm:spPr/>
    </dgm:pt>
    <dgm:pt modelId="{2411032C-76DE-4C4F-B33F-75F1A4349132}" type="pres">
      <dgm:prSet presAssocID="{6FAF92BD-2638-46AB-8EEF-3FE1ED13F15C}" presName="textRect" presStyleLbl="revTx" presStyleIdx="0" presStyleCnt="5">
        <dgm:presLayoutVars>
          <dgm:chMax val="1"/>
          <dgm:chPref val="1"/>
        </dgm:presLayoutVars>
      </dgm:prSet>
      <dgm:spPr/>
    </dgm:pt>
    <dgm:pt modelId="{40D023DD-A250-4A11-84BE-8A2C4FC04538}" type="pres">
      <dgm:prSet presAssocID="{01853519-7CF8-4747-8620-BAC0FEAD6876}" presName="sibTrans" presStyleCnt="0"/>
      <dgm:spPr/>
    </dgm:pt>
    <dgm:pt modelId="{61B0D383-E58A-4FE2-BC27-E42CCFED2ADC}" type="pres">
      <dgm:prSet presAssocID="{D50BADC2-41F1-4555-885A-3A13A5D0D817}" presName="compNode" presStyleCnt="0"/>
      <dgm:spPr/>
    </dgm:pt>
    <dgm:pt modelId="{FFC9A743-715A-4013-8290-5A7115D455B2}" type="pres">
      <dgm:prSet presAssocID="{D50BADC2-41F1-4555-885A-3A13A5D0D817}" presName="iconBgRect" presStyleLbl="node1" presStyleIdx="1" presStyleCnt="5"/>
      <dgm:spPr/>
    </dgm:pt>
    <dgm:pt modelId="{653EA2F8-8EC0-4708-9BFF-65218DE32CEF}" type="pres">
      <dgm:prSet presAssocID="{D50BADC2-41F1-4555-885A-3A13A5D0D817}" presName="iconRect" presStyleLbl="solidFgAcc1" presStyleIdx="1" presStyleCnt="5"/>
      <dgm:spPr>
        <a:blipFill rotWithShape="1">
          <a:blip xmlns:r="http://schemas.openxmlformats.org/officeDocument/2006/relationships" r:embed="rId2"/>
          <a:srcRect/>
          <a:stretch>
            <a:fillRect t="-8000" b="-8000"/>
          </a:stretch>
        </a:blipFill>
      </dgm:spPr>
    </dgm:pt>
    <dgm:pt modelId="{F6E4637C-530E-4AA9-9144-F87FFC334D08}" type="pres">
      <dgm:prSet presAssocID="{D50BADC2-41F1-4555-885A-3A13A5D0D817}" presName="spaceRect" presStyleCnt="0"/>
      <dgm:spPr/>
    </dgm:pt>
    <dgm:pt modelId="{9C67CC70-5016-4954-A088-F76B06D89904}" type="pres">
      <dgm:prSet presAssocID="{D50BADC2-41F1-4555-885A-3A13A5D0D817}" presName="textRect" presStyleLbl="revTx" presStyleIdx="1" presStyleCnt="5">
        <dgm:presLayoutVars>
          <dgm:chMax val="1"/>
          <dgm:chPref val="1"/>
        </dgm:presLayoutVars>
      </dgm:prSet>
      <dgm:spPr/>
    </dgm:pt>
    <dgm:pt modelId="{4E0BDA04-9FBD-4E06-8C43-7555A114771C}" type="pres">
      <dgm:prSet presAssocID="{9C604971-566F-49C2-A9C8-C4F00013E14C}" presName="sibTrans" presStyleCnt="0"/>
      <dgm:spPr/>
    </dgm:pt>
    <dgm:pt modelId="{8F7EF7F9-FE4F-443E-B9B3-5478AA2BED40}" type="pres">
      <dgm:prSet presAssocID="{65D91643-F209-4BF7-9339-FCB774114C80}" presName="compNode" presStyleCnt="0"/>
      <dgm:spPr/>
    </dgm:pt>
    <dgm:pt modelId="{FC785A3E-4A6C-4F11-9C1D-3B6E927C9029}" type="pres">
      <dgm:prSet presAssocID="{65D91643-F209-4BF7-9339-FCB774114C80}" presName="iconBgRect" presStyleLbl="node1" presStyleIdx="2" presStyleCnt="5"/>
      <dgm:spPr/>
    </dgm:pt>
    <dgm:pt modelId="{FCDCF043-7E07-4E84-B845-1EC4D64D9A4A}" type="pres">
      <dgm:prSet presAssocID="{65D91643-F209-4BF7-9339-FCB774114C80}" presName="iconRect" presStyleLbl="solidFgAcc1" presStyleIdx="2" presStyleCnt="5"/>
      <dgm:spPr>
        <a:blipFill rotWithShape="1">
          <a:blip xmlns:r="http://schemas.openxmlformats.org/officeDocument/2006/relationships" r:embed="rId3"/>
          <a:srcRect/>
          <a:stretch>
            <a:fillRect t="-7000" b="-7000"/>
          </a:stretch>
        </a:blipFill>
      </dgm:spPr>
    </dgm:pt>
    <dgm:pt modelId="{E390C415-3D50-412A-8E0A-7B6BC37B72CD}" type="pres">
      <dgm:prSet presAssocID="{65D91643-F209-4BF7-9339-FCB774114C80}" presName="spaceRect" presStyleCnt="0"/>
      <dgm:spPr/>
    </dgm:pt>
    <dgm:pt modelId="{B7CB7E96-5C29-4C0F-B009-B67126B91E8F}" type="pres">
      <dgm:prSet presAssocID="{65D91643-F209-4BF7-9339-FCB774114C80}" presName="textRect" presStyleLbl="revTx" presStyleIdx="2" presStyleCnt="5">
        <dgm:presLayoutVars>
          <dgm:chMax val="1"/>
          <dgm:chPref val="1"/>
        </dgm:presLayoutVars>
      </dgm:prSet>
      <dgm:spPr/>
    </dgm:pt>
    <dgm:pt modelId="{D6ECA1BE-69D1-4393-99AD-82CB2081BA12}" type="pres">
      <dgm:prSet presAssocID="{47ED7A9C-E914-4B95-B7DC-A1DBFD7BE12C}" presName="sibTrans" presStyleCnt="0"/>
      <dgm:spPr/>
    </dgm:pt>
    <dgm:pt modelId="{AE81D09E-9A48-4585-B0C8-B5C55B74D5CD}" type="pres">
      <dgm:prSet presAssocID="{AB1AFF83-296D-4D50-9301-C8AB97FB01A2}" presName="compNode" presStyleCnt="0"/>
      <dgm:spPr/>
    </dgm:pt>
    <dgm:pt modelId="{44AB04AC-C500-4330-BD70-A011D05806A5}" type="pres">
      <dgm:prSet presAssocID="{AB1AFF83-296D-4D50-9301-C8AB97FB01A2}" presName="iconBgRect" presStyleLbl="node1" presStyleIdx="3" presStyleCnt="5"/>
      <dgm:spPr/>
    </dgm:pt>
    <dgm:pt modelId="{E6D93E76-B637-4FD8-888A-9B8A6E27A548}" type="pres">
      <dgm:prSet presAssocID="{AB1AFF83-296D-4D50-9301-C8AB97FB01A2}" presName="iconRect" presStyleLbl="solidFgAcc1" presStyleIdx="3" presStyleCnt="5"/>
      <dgm:spPr>
        <a:blipFill rotWithShape="1">
          <a:blip xmlns:r="http://schemas.openxmlformats.org/officeDocument/2006/relationships" r:embed="rId4"/>
          <a:srcRect/>
          <a:stretch>
            <a:fillRect t="-9000" b="-9000"/>
          </a:stretch>
        </a:blipFill>
      </dgm:spPr>
    </dgm:pt>
    <dgm:pt modelId="{7FEA9E9D-5657-4F84-BAE7-DC5239A68A64}" type="pres">
      <dgm:prSet presAssocID="{AB1AFF83-296D-4D50-9301-C8AB97FB01A2}" presName="spaceRect" presStyleCnt="0"/>
      <dgm:spPr/>
    </dgm:pt>
    <dgm:pt modelId="{5C2A6845-FCB6-4568-A2F4-074D67DE79FD}" type="pres">
      <dgm:prSet presAssocID="{AB1AFF83-296D-4D50-9301-C8AB97FB01A2}" presName="textRect" presStyleLbl="revTx" presStyleIdx="3" presStyleCnt="5">
        <dgm:presLayoutVars>
          <dgm:chMax val="1"/>
          <dgm:chPref val="1"/>
        </dgm:presLayoutVars>
      </dgm:prSet>
      <dgm:spPr/>
    </dgm:pt>
    <dgm:pt modelId="{8663EC53-D2D8-46A2-B792-7E28B1BCEFE4}" type="pres">
      <dgm:prSet presAssocID="{5F8AF7BA-B87D-4405-B1CA-01E42F1950F5}" presName="sibTrans" presStyleCnt="0"/>
      <dgm:spPr/>
    </dgm:pt>
    <dgm:pt modelId="{9BAB5A60-56CC-4520-97BA-E08042E58277}" type="pres">
      <dgm:prSet presAssocID="{396D42D5-9713-4D84-B8C2-55119DFD163C}" presName="compNode" presStyleCnt="0"/>
      <dgm:spPr/>
    </dgm:pt>
    <dgm:pt modelId="{DA8394CE-C88C-4F77-99DF-9C57D03854DD}" type="pres">
      <dgm:prSet presAssocID="{396D42D5-9713-4D84-B8C2-55119DFD163C}" presName="iconBgRect" presStyleLbl="node1" presStyleIdx="4" presStyleCnt="5"/>
      <dgm:spPr/>
    </dgm:pt>
    <dgm:pt modelId="{B6155C3E-6C74-41EB-B23C-48DCF851FE55}" type="pres">
      <dgm:prSet presAssocID="{396D42D5-9713-4D84-B8C2-55119DFD163C}" presName="iconRect" presStyleLbl="solidFgAcc1" presStyleIdx="4" presStyleCnt="5"/>
      <dgm:spPr>
        <a:blipFill rotWithShape="1">
          <a:blip xmlns:r="http://schemas.openxmlformats.org/officeDocument/2006/relationships" r:embed="rId5"/>
          <a:srcRect/>
          <a:stretch>
            <a:fillRect l="-16000" r="-16000"/>
          </a:stretch>
        </a:blipFill>
      </dgm:spPr>
    </dgm:pt>
    <dgm:pt modelId="{006BEEEB-5CFD-43DD-AF51-87E6F3AAE40F}" type="pres">
      <dgm:prSet presAssocID="{396D42D5-9713-4D84-B8C2-55119DFD163C}" presName="spaceRect" presStyleCnt="0"/>
      <dgm:spPr/>
    </dgm:pt>
    <dgm:pt modelId="{B2441363-719C-440C-9910-9B70356A5314}" type="pres">
      <dgm:prSet presAssocID="{396D42D5-9713-4D84-B8C2-55119DFD163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BD0070E-D35C-4994-A644-302B9F8663A0}" srcId="{0F46D323-478B-4D4F-B21A-A6AB475E32C2}" destId="{6FAF92BD-2638-46AB-8EEF-3FE1ED13F15C}" srcOrd="0" destOrd="0" parTransId="{8ACBBBBC-341A-4D92-956F-68522ADA03C6}" sibTransId="{01853519-7CF8-4747-8620-BAC0FEAD6876}"/>
    <dgm:cxn modelId="{8749A61E-BCF5-4B16-9582-917887D25E99}" srcId="{0F46D323-478B-4D4F-B21A-A6AB475E32C2}" destId="{65D91643-F209-4BF7-9339-FCB774114C80}" srcOrd="2" destOrd="0" parTransId="{82E6DE75-9FFD-49FC-9719-1ACA8D87D7BC}" sibTransId="{47ED7A9C-E914-4B95-B7DC-A1DBFD7BE12C}"/>
    <dgm:cxn modelId="{8CFD3121-D8FF-4503-AECA-995789B3FB64}" srcId="{0F46D323-478B-4D4F-B21A-A6AB475E32C2}" destId="{AB1AFF83-296D-4D50-9301-C8AB97FB01A2}" srcOrd="3" destOrd="0" parTransId="{9FDC4A6C-C023-4E1B-9193-E77030ADA21B}" sibTransId="{5F8AF7BA-B87D-4405-B1CA-01E42F1950F5}"/>
    <dgm:cxn modelId="{3006543D-45AB-469A-A572-D64D5181D629}" srcId="{0F46D323-478B-4D4F-B21A-A6AB475E32C2}" destId="{396D42D5-9713-4D84-B8C2-55119DFD163C}" srcOrd="4" destOrd="0" parTransId="{835207EA-7879-496A-83E8-88CE8092CC64}" sibTransId="{2EF5515D-24CE-4F9A-9B16-A97336BFDB64}"/>
    <dgm:cxn modelId="{34B8A874-C56D-427B-8920-C5AA757BFA39}" type="presOf" srcId="{AB1AFF83-296D-4D50-9301-C8AB97FB01A2}" destId="{5C2A6845-FCB6-4568-A2F4-074D67DE79FD}" srcOrd="0" destOrd="0" presId="urn:microsoft.com/office/officeart/2024/layout/IconCircleLabelList"/>
    <dgm:cxn modelId="{F9FCCB91-ADDA-4662-8DC9-7DB3A62CD940}" srcId="{0F46D323-478B-4D4F-B21A-A6AB475E32C2}" destId="{D50BADC2-41F1-4555-885A-3A13A5D0D817}" srcOrd="1" destOrd="0" parTransId="{61902659-8742-488E-B28D-7B2E8312EC05}" sibTransId="{9C604971-566F-49C2-A9C8-C4F00013E14C}"/>
    <dgm:cxn modelId="{060D1599-1868-4457-9006-C3B27343A25D}" type="presOf" srcId="{D50BADC2-41F1-4555-885A-3A13A5D0D817}" destId="{9C67CC70-5016-4954-A088-F76B06D89904}" srcOrd="0" destOrd="0" presId="urn:microsoft.com/office/officeart/2024/layout/IconCircleLabelList"/>
    <dgm:cxn modelId="{AB07D7AC-CFC6-40D2-A1B4-9A01D6E1BD4F}" type="presOf" srcId="{0F46D323-478B-4D4F-B21A-A6AB475E32C2}" destId="{D8E13CEE-4ED6-4E29-8508-80584DF7CB4E}" srcOrd="0" destOrd="0" presId="urn:microsoft.com/office/officeart/2024/layout/IconCircleLabelList"/>
    <dgm:cxn modelId="{3426A6B9-560A-4625-BC32-9CD0CD1324F0}" type="presOf" srcId="{65D91643-F209-4BF7-9339-FCB774114C80}" destId="{B7CB7E96-5C29-4C0F-B009-B67126B91E8F}" srcOrd="0" destOrd="0" presId="urn:microsoft.com/office/officeart/2024/layout/IconCircleLabelList"/>
    <dgm:cxn modelId="{863A5BE1-C211-4B4E-A1E9-0A837473F751}" type="presOf" srcId="{6FAF92BD-2638-46AB-8EEF-3FE1ED13F15C}" destId="{2411032C-76DE-4C4F-B33F-75F1A4349132}" srcOrd="0" destOrd="0" presId="urn:microsoft.com/office/officeart/2024/layout/IconCircleLabelList"/>
    <dgm:cxn modelId="{B34395EF-0168-412A-A677-B601C809FAC5}" type="presOf" srcId="{396D42D5-9713-4D84-B8C2-55119DFD163C}" destId="{B2441363-719C-440C-9910-9B70356A5314}" srcOrd="0" destOrd="0" presId="urn:microsoft.com/office/officeart/2024/layout/IconCircleLabelList"/>
    <dgm:cxn modelId="{B7291654-1F6F-459D-AE0D-820629D9D958}" type="presParOf" srcId="{D8E13CEE-4ED6-4E29-8508-80584DF7CB4E}" destId="{D6738DB4-6285-4DD7-AFB1-C31B02F02B4F}" srcOrd="0" destOrd="0" presId="urn:microsoft.com/office/officeart/2024/layout/IconCircleLabelList"/>
    <dgm:cxn modelId="{0A0E0E20-EE49-4ABE-82A3-2EBEBC43DB80}" type="presParOf" srcId="{D6738DB4-6285-4DD7-AFB1-C31B02F02B4F}" destId="{E14CB42D-CC9D-46AB-88D3-15B5EF079997}" srcOrd="0" destOrd="0" presId="urn:microsoft.com/office/officeart/2024/layout/IconCircleLabelList"/>
    <dgm:cxn modelId="{00540D82-A25C-437E-92EF-CD7BEA8815A1}" type="presParOf" srcId="{D6738DB4-6285-4DD7-AFB1-C31B02F02B4F}" destId="{1E478636-7BDB-4F66-8072-6E49201ACD5E}" srcOrd="1" destOrd="0" presId="urn:microsoft.com/office/officeart/2024/layout/IconCircleLabelList"/>
    <dgm:cxn modelId="{B8784FA4-2D8E-4895-878A-1B428F19927F}" type="presParOf" srcId="{D6738DB4-6285-4DD7-AFB1-C31B02F02B4F}" destId="{1C2C2BFE-214B-43EA-B9F4-BCF065BDC580}" srcOrd="2" destOrd="0" presId="urn:microsoft.com/office/officeart/2024/layout/IconCircleLabelList"/>
    <dgm:cxn modelId="{DD9C18B5-5C7B-4A7A-87F7-496AA0FCB596}" type="presParOf" srcId="{D6738DB4-6285-4DD7-AFB1-C31B02F02B4F}" destId="{2411032C-76DE-4C4F-B33F-75F1A4349132}" srcOrd="3" destOrd="0" presId="urn:microsoft.com/office/officeart/2024/layout/IconCircleLabelList"/>
    <dgm:cxn modelId="{723F1CB3-5854-4DFB-A92E-859DBBD4C977}" type="presParOf" srcId="{D8E13CEE-4ED6-4E29-8508-80584DF7CB4E}" destId="{40D023DD-A250-4A11-84BE-8A2C4FC04538}" srcOrd="1" destOrd="0" presId="urn:microsoft.com/office/officeart/2024/layout/IconCircleLabelList"/>
    <dgm:cxn modelId="{6EE4E392-6A4E-4F9B-AF94-B0561BBEFFE2}" type="presParOf" srcId="{D8E13CEE-4ED6-4E29-8508-80584DF7CB4E}" destId="{61B0D383-E58A-4FE2-BC27-E42CCFED2ADC}" srcOrd="2" destOrd="0" presId="urn:microsoft.com/office/officeart/2024/layout/IconCircleLabelList"/>
    <dgm:cxn modelId="{7EC051D6-05C2-4FB7-BDE2-A3D5D3400BEA}" type="presParOf" srcId="{61B0D383-E58A-4FE2-BC27-E42CCFED2ADC}" destId="{FFC9A743-715A-4013-8290-5A7115D455B2}" srcOrd="0" destOrd="0" presId="urn:microsoft.com/office/officeart/2024/layout/IconCircleLabelList"/>
    <dgm:cxn modelId="{E8BFB10B-4FAF-4921-8B23-16643DBC4C37}" type="presParOf" srcId="{61B0D383-E58A-4FE2-BC27-E42CCFED2ADC}" destId="{653EA2F8-8EC0-4708-9BFF-65218DE32CEF}" srcOrd="1" destOrd="0" presId="urn:microsoft.com/office/officeart/2024/layout/IconCircleLabelList"/>
    <dgm:cxn modelId="{FC257B76-014E-4C3E-865A-7B1885E3DDDE}" type="presParOf" srcId="{61B0D383-E58A-4FE2-BC27-E42CCFED2ADC}" destId="{F6E4637C-530E-4AA9-9144-F87FFC334D08}" srcOrd="2" destOrd="0" presId="urn:microsoft.com/office/officeart/2024/layout/IconCircleLabelList"/>
    <dgm:cxn modelId="{9F3CD8F8-8915-4C2E-B0EB-01D711B5CDF7}" type="presParOf" srcId="{61B0D383-E58A-4FE2-BC27-E42CCFED2ADC}" destId="{9C67CC70-5016-4954-A088-F76B06D89904}" srcOrd="3" destOrd="0" presId="urn:microsoft.com/office/officeart/2024/layout/IconCircleLabelList"/>
    <dgm:cxn modelId="{F602B7B3-B594-4C21-A52A-77281E9D7631}" type="presParOf" srcId="{D8E13CEE-4ED6-4E29-8508-80584DF7CB4E}" destId="{4E0BDA04-9FBD-4E06-8C43-7555A114771C}" srcOrd="3" destOrd="0" presId="urn:microsoft.com/office/officeart/2024/layout/IconCircleLabelList"/>
    <dgm:cxn modelId="{DCF2A1C8-67D0-4DFB-9194-ADE3E8A855F1}" type="presParOf" srcId="{D8E13CEE-4ED6-4E29-8508-80584DF7CB4E}" destId="{8F7EF7F9-FE4F-443E-B9B3-5478AA2BED40}" srcOrd="4" destOrd="0" presId="urn:microsoft.com/office/officeart/2024/layout/IconCircleLabelList"/>
    <dgm:cxn modelId="{CAE0580E-9200-4977-85C4-65A358DF54D5}" type="presParOf" srcId="{8F7EF7F9-FE4F-443E-B9B3-5478AA2BED40}" destId="{FC785A3E-4A6C-4F11-9C1D-3B6E927C9029}" srcOrd="0" destOrd="0" presId="urn:microsoft.com/office/officeart/2024/layout/IconCircleLabelList"/>
    <dgm:cxn modelId="{A5567648-F937-4981-AAA3-4B93172696BB}" type="presParOf" srcId="{8F7EF7F9-FE4F-443E-B9B3-5478AA2BED40}" destId="{FCDCF043-7E07-4E84-B845-1EC4D64D9A4A}" srcOrd="1" destOrd="0" presId="urn:microsoft.com/office/officeart/2024/layout/IconCircleLabelList"/>
    <dgm:cxn modelId="{DA015014-26C7-4DE4-9754-CFC71F50C9C7}" type="presParOf" srcId="{8F7EF7F9-FE4F-443E-B9B3-5478AA2BED40}" destId="{E390C415-3D50-412A-8E0A-7B6BC37B72CD}" srcOrd="2" destOrd="0" presId="urn:microsoft.com/office/officeart/2024/layout/IconCircleLabelList"/>
    <dgm:cxn modelId="{F8EA22F2-57F6-4F78-AF1B-EDE00ACEAF04}" type="presParOf" srcId="{8F7EF7F9-FE4F-443E-B9B3-5478AA2BED40}" destId="{B7CB7E96-5C29-4C0F-B009-B67126B91E8F}" srcOrd="3" destOrd="0" presId="urn:microsoft.com/office/officeart/2024/layout/IconCircleLabelList"/>
    <dgm:cxn modelId="{533A784A-A704-469A-83A6-6189858F525A}" type="presParOf" srcId="{D8E13CEE-4ED6-4E29-8508-80584DF7CB4E}" destId="{D6ECA1BE-69D1-4393-99AD-82CB2081BA12}" srcOrd="5" destOrd="0" presId="urn:microsoft.com/office/officeart/2024/layout/IconCircleLabelList"/>
    <dgm:cxn modelId="{BC338F81-7862-4911-B615-2163020D6978}" type="presParOf" srcId="{D8E13CEE-4ED6-4E29-8508-80584DF7CB4E}" destId="{AE81D09E-9A48-4585-B0C8-B5C55B74D5CD}" srcOrd="6" destOrd="0" presId="urn:microsoft.com/office/officeart/2024/layout/IconCircleLabelList"/>
    <dgm:cxn modelId="{BDA37868-0024-4EAD-9895-29B0A9975CB8}" type="presParOf" srcId="{AE81D09E-9A48-4585-B0C8-B5C55B74D5CD}" destId="{44AB04AC-C500-4330-BD70-A011D05806A5}" srcOrd="0" destOrd="0" presId="urn:microsoft.com/office/officeart/2024/layout/IconCircleLabelList"/>
    <dgm:cxn modelId="{A34E10FE-090F-4E02-8887-9C93F613717E}" type="presParOf" srcId="{AE81D09E-9A48-4585-B0C8-B5C55B74D5CD}" destId="{E6D93E76-B637-4FD8-888A-9B8A6E27A548}" srcOrd="1" destOrd="0" presId="urn:microsoft.com/office/officeart/2024/layout/IconCircleLabelList"/>
    <dgm:cxn modelId="{362368A7-35FB-4924-8666-93D2B665D86C}" type="presParOf" srcId="{AE81D09E-9A48-4585-B0C8-B5C55B74D5CD}" destId="{7FEA9E9D-5657-4F84-BAE7-DC5239A68A64}" srcOrd="2" destOrd="0" presId="urn:microsoft.com/office/officeart/2024/layout/IconCircleLabelList"/>
    <dgm:cxn modelId="{C8C9265C-A6D3-447E-B422-4756503FC4D1}" type="presParOf" srcId="{AE81D09E-9A48-4585-B0C8-B5C55B74D5CD}" destId="{5C2A6845-FCB6-4568-A2F4-074D67DE79FD}" srcOrd="3" destOrd="0" presId="urn:microsoft.com/office/officeart/2024/layout/IconCircleLabelList"/>
    <dgm:cxn modelId="{7C8EE012-1562-47E2-B9C4-BC27BB0B9C74}" type="presParOf" srcId="{D8E13CEE-4ED6-4E29-8508-80584DF7CB4E}" destId="{8663EC53-D2D8-46A2-B792-7E28B1BCEFE4}" srcOrd="7" destOrd="0" presId="urn:microsoft.com/office/officeart/2024/layout/IconCircleLabelList"/>
    <dgm:cxn modelId="{343A267A-A5A5-487F-B89F-6A7F39D0B995}" type="presParOf" srcId="{D8E13CEE-4ED6-4E29-8508-80584DF7CB4E}" destId="{9BAB5A60-56CC-4520-97BA-E08042E58277}" srcOrd="8" destOrd="0" presId="urn:microsoft.com/office/officeart/2024/layout/IconCircleLabelList"/>
    <dgm:cxn modelId="{B1B6D690-3B20-44CF-A982-1E486178396A}" type="presParOf" srcId="{9BAB5A60-56CC-4520-97BA-E08042E58277}" destId="{DA8394CE-C88C-4F77-99DF-9C57D03854DD}" srcOrd="0" destOrd="0" presId="urn:microsoft.com/office/officeart/2024/layout/IconCircleLabelList"/>
    <dgm:cxn modelId="{468A3071-77F2-4387-811E-87A6A57E8BC5}" type="presParOf" srcId="{9BAB5A60-56CC-4520-97BA-E08042E58277}" destId="{B6155C3E-6C74-41EB-B23C-48DCF851FE55}" srcOrd="1" destOrd="0" presId="urn:microsoft.com/office/officeart/2024/layout/IconCircleLabelList"/>
    <dgm:cxn modelId="{CE0B4125-D527-4893-BA45-A3E74A83B939}" type="presParOf" srcId="{9BAB5A60-56CC-4520-97BA-E08042E58277}" destId="{006BEEEB-5CFD-43DD-AF51-87E6F3AAE40F}" srcOrd="2" destOrd="0" presId="urn:microsoft.com/office/officeart/2024/layout/IconCircleLabelList"/>
    <dgm:cxn modelId="{796B7808-7C5F-430F-8491-D74266D0CAD8}" type="presParOf" srcId="{9BAB5A60-56CC-4520-97BA-E08042E58277}" destId="{B2441363-719C-440C-9910-9B70356A5314}" srcOrd="3" destOrd="0" presId="urn:microsoft.com/office/officeart/2024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11DAD11-75F9-4EE3-A195-75D21DFAD010}" type="doc">
      <dgm:prSet loTypeId="urn:microsoft.com/office/officeart/2005/8/layout/hierarchy3" loCatId="hierarchy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D686E57-B87C-4FAE-8800-6A82F0A9CCA7}">
      <dgm:prSet phldrT="[Text]" phldr="0" custT="1"/>
      <dgm:spPr/>
      <dgm:t>
        <a:bodyPr/>
        <a:lstStyle/>
        <a:p>
          <a:r>
            <a: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Results</a:t>
          </a:r>
        </a:p>
      </dgm:t>
    </dgm:pt>
    <dgm:pt modelId="{31C32CE3-FB8D-4FD6-A23D-3FCDD337F87E}" type="parTrans" cxnId="{2E9D79BF-3C79-47A3-BC19-CA5806386820}">
      <dgm:prSet/>
      <dgm:spPr/>
      <dgm:t>
        <a:bodyPr/>
        <a:lstStyle/>
        <a:p>
          <a:endParaRPr lang="en-US"/>
        </a:p>
      </dgm:t>
    </dgm:pt>
    <dgm:pt modelId="{B4D07E33-C247-4D2B-B5A8-1B3638D07AC8}" type="sibTrans" cxnId="{2E9D79BF-3C79-47A3-BC19-CA5806386820}">
      <dgm:prSet/>
      <dgm:spPr/>
      <dgm:t>
        <a:bodyPr/>
        <a:lstStyle/>
        <a:p>
          <a:endParaRPr lang="en-US"/>
        </a:p>
      </dgm:t>
    </dgm:pt>
    <dgm:pt modelId="{46D23AB4-8E75-4517-A7F3-FB5F3B9123F6}">
      <dgm:prSet phldrT="[Text]" custT="1"/>
      <dgm:spPr/>
      <dgm:t>
        <a:bodyPr/>
        <a:lstStyle/>
        <a:p>
          <a:r>
            <a: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The RAG-based advising assistant successfully retrieves information from institutional documents</a:t>
          </a:r>
          <a:endParaRPr lang="en-US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B52E7A2-F053-42F1-A238-DA3E25723194}" type="parTrans" cxnId="{34CD9D41-2E84-4038-836D-959C229C75FC}">
      <dgm:prSet/>
      <dgm:spPr/>
      <dgm:t>
        <a:bodyPr/>
        <a:lstStyle/>
        <a:p>
          <a:endParaRPr lang="en-US"/>
        </a:p>
      </dgm:t>
    </dgm:pt>
    <dgm:pt modelId="{5EE651BA-5EF1-4D17-8A54-02F47191F4CA}" type="sibTrans" cxnId="{34CD9D41-2E84-4038-836D-959C229C75FC}">
      <dgm:prSet/>
      <dgm:spPr/>
      <dgm:t>
        <a:bodyPr/>
        <a:lstStyle/>
        <a:p>
          <a:endParaRPr lang="en-US"/>
        </a:p>
      </dgm:t>
    </dgm:pt>
    <dgm:pt modelId="{B13EBE04-B23B-4966-8D17-7618612096A1}">
      <dgm:prSet phldrT="[Text]" custT="1"/>
      <dgm:spPr/>
      <dgm:t>
        <a:bodyPr/>
        <a:lstStyle/>
        <a:p>
          <a:r>
            <a: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A</a:t>
          </a:r>
          <a:r>
            <a:rPr lang="en-US" sz="1800" u="none" strike="noStrike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nswers common student advising questions.</a:t>
          </a:r>
          <a:endParaRPr lang="en-US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72DEB66-1C36-4E4E-9B9D-F6FA483D42CA}" type="parTrans" cxnId="{96063DE4-B424-4561-B8B9-9F333BEE1697}">
      <dgm:prSet/>
      <dgm:spPr/>
      <dgm:t>
        <a:bodyPr/>
        <a:lstStyle/>
        <a:p>
          <a:endParaRPr lang="en-US"/>
        </a:p>
      </dgm:t>
    </dgm:pt>
    <dgm:pt modelId="{9D62C0B5-CEBF-4242-AF84-9528CDFC822F}" type="sibTrans" cxnId="{96063DE4-B424-4561-B8B9-9F333BEE1697}">
      <dgm:prSet/>
      <dgm:spPr/>
      <dgm:t>
        <a:bodyPr/>
        <a:lstStyle/>
        <a:p>
          <a:endParaRPr lang="en-US"/>
        </a:p>
      </dgm:t>
    </dgm:pt>
    <dgm:pt modelId="{571AD7D8-F319-4A9D-9394-21B76C224765}">
      <dgm:prSet phldrT="[Text]" phldr="0" custT="1"/>
      <dgm:spPr/>
      <dgm:t>
        <a:bodyPr/>
        <a:lstStyle/>
        <a:p>
          <a:r>
            <a: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Limitations</a:t>
          </a:r>
        </a:p>
      </dgm:t>
    </dgm:pt>
    <dgm:pt modelId="{05D583AC-D925-496C-8120-9CA2C4F17D4C}" type="parTrans" cxnId="{08F4D261-386B-4C37-980A-1D22B4AC93CC}">
      <dgm:prSet/>
      <dgm:spPr/>
      <dgm:t>
        <a:bodyPr/>
        <a:lstStyle/>
        <a:p>
          <a:endParaRPr lang="en-US"/>
        </a:p>
      </dgm:t>
    </dgm:pt>
    <dgm:pt modelId="{A0AAF70D-E943-4BB5-8AF5-D119EEFE4771}" type="sibTrans" cxnId="{08F4D261-386B-4C37-980A-1D22B4AC93CC}">
      <dgm:prSet/>
      <dgm:spPr/>
      <dgm:t>
        <a:bodyPr/>
        <a:lstStyle/>
        <a:p>
          <a:endParaRPr lang="en-US"/>
        </a:p>
      </dgm:t>
    </dgm:pt>
    <dgm:pt modelId="{50ECD614-9FB8-4EEB-936B-CDD6F1F30C42}">
      <dgm:prSet phldrT="[Text]" custT="1"/>
      <dgm:spPr/>
      <dgm:t>
        <a:bodyPr/>
        <a:lstStyle/>
        <a:p>
          <a:r>
            <a: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Tables from spreadsheets and word documents may lose structure.</a:t>
          </a:r>
          <a:endParaRPr lang="en-US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F69C954-F883-4517-B667-F97BF3BA8A38}" type="parTrans" cxnId="{FE3D20B0-CA3B-4F12-ABFC-E48B5613D7B6}">
      <dgm:prSet/>
      <dgm:spPr/>
      <dgm:t>
        <a:bodyPr/>
        <a:lstStyle/>
        <a:p>
          <a:endParaRPr lang="en-US"/>
        </a:p>
      </dgm:t>
    </dgm:pt>
    <dgm:pt modelId="{6E03FEEB-F7EC-4C93-B1F0-0BFAA6F2CEE0}" type="sibTrans" cxnId="{FE3D20B0-CA3B-4F12-ABFC-E48B5613D7B6}">
      <dgm:prSet/>
      <dgm:spPr/>
      <dgm:t>
        <a:bodyPr/>
        <a:lstStyle/>
        <a:p>
          <a:endParaRPr lang="en-US"/>
        </a:p>
      </dgm:t>
    </dgm:pt>
    <dgm:pt modelId="{48622E3B-2181-435F-889A-77A8D3AF6C4A}">
      <dgm:prSet phldrT="[Text]" custT="1"/>
      <dgm:spPr/>
      <dgm:t>
        <a:bodyPr/>
        <a:lstStyle/>
        <a:p>
          <a:r>
            <a: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Retrieval can still return noisy chunks if the documents are messy.</a:t>
          </a:r>
          <a:endParaRPr lang="en-US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  <a:sym typeface="DM Sans"/>
          </a:endParaRPr>
        </a:p>
      </dgm:t>
    </dgm:pt>
    <dgm:pt modelId="{19919165-67B5-4751-93D9-840AD698FCF7}" type="parTrans" cxnId="{AF8EDF73-B08C-43EA-A6CB-B5CDD738E011}">
      <dgm:prSet/>
      <dgm:spPr/>
      <dgm:t>
        <a:bodyPr/>
        <a:lstStyle/>
        <a:p>
          <a:endParaRPr lang="en-US"/>
        </a:p>
      </dgm:t>
    </dgm:pt>
    <dgm:pt modelId="{800A9129-F3E5-483F-A12A-93B6165D46FC}" type="sibTrans" cxnId="{AF8EDF73-B08C-43EA-A6CB-B5CDD738E011}">
      <dgm:prSet/>
      <dgm:spPr/>
      <dgm:t>
        <a:bodyPr/>
        <a:lstStyle/>
        <a:p>
          <a:endParaRPr lang="en-US"/>
        </a:p>
      </dgm:t>
    </dgm:pt>
    <dgm:pt modelId="{AAF11A90-A27B-48C5-A897-201C6CD625A0}">
      <dgm:prSet phldrT="[Text]" custT="1"/>
      <dgm:spPr/>
      <dgm:t>
        <a:bodyPr/>
        <a:lstStyle/>
        <a:p>
          <a:r>
            <a:rPr lang="en-US" sz="18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Provides an interactive advising tool.</a:t>
          </a:r>
          <a:endParaRPr lang="en-US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0A89CAA-2FDA-48D9-9EE1-A94F646A6EA7}" type="parTrans" cxnId="{3021EAF1-A3CB-44B5-A4D4-5632277664A1}">
      <dgm:prSet/>
      <dgm:spPr/>
      <dgm:t>
        <a:bodyPr/>
        <a:lstStyle/>
        <a:p>
          <a:endParaRPr lang="en-US"/>
        </a:p>
      </dgm:t>
    </dgm:pt>
    <dgm:pt modelId="{BB80CB30-5984-461A-9296-66CCFC015360}" type="sibTrans" cxnId="{3021EAF1-A3CB-44B5-A4D4-5632277664A1}">
      <dgm:prSet/>
      <dgm:spPr/>
      <dgm:t>
        <a:bodyPr/>
        <a:lstStyle/>
        <a:p>
          <a:endParaRPr lang="en-US"/>
        </a:p>
      </dgm:t>
    </dgm:pt>
    <dgm:pt modelId="{4D5C81BF-7B5A-4A16-BC9E-A24F02DCCB27}" type="pres">
      <dgm:prSet presAssocID="{011DAD11-75F9-4EE3-A195-75D21DFAD010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9C0A31F-ECD9-4ED5-99B8-B9212703D361}" type="pres">
      <dgm:prSet presAssocID="{7D686E57-B87C-4FAE-8800-6A82F0A9CCA7}" presName="root" presStyleCnt="0"/>
      <dgm:spPr/>
    </dgm:pt>
    <dgm:pt modelId="{DF0B6EA1-1690-427D-8C2E-6802C8FFD27C}" type="pres">
      <dgm:prSet presAssocID="{7D686E57-B87C-4FAE-8800-6A82F0A9CCA7}" presName="rootComposite" presStyleCnt="0"/>
      <dgm:spPr/>
    </dgm:pt>
    <dgm:pt modelId="{22A20255-0272-4403-B98A-CE31F7535BC1}" type="pres">
      <dgm:prSet presAssocID="{7D686E57-B87C-4FAE-8800-6A82F0A9CCA7}" presName="rootText" presStyleLbl="node1" presStyleIdx="0" presStyleCnt="2"/>
      <dgm:spPr/>
    </dgm:pt>
    <dgm:pt modelId="{90111D72-518A-4AD3-9DF3-9C1F0CDF6756}" type="pres">
      <dgm:prSet presAssocID="{7D686E57-B87C-4FAE-8800-6A82F0A9CCA7}" presName="rootConnector" presStyleLbl="node1" presStyleIdx="0" presStyleCnt="2"/>
      <dgm:spPr/>
    </dgm:pt>
    <dgm:pt modelId="{00B05A84-B829-40B0-8407-857A2B38878A}" type="pres">
      <dgm:prSet presAssocID="{7D686E57-B87C-4FAE-8800-6A82F0A9CCA7}" presName="childShape" presStyleCnt="0"/>
      <dgm:spPr/>
    </dgm:pt>
    <dgm:pt modelId="{6B5BDDB0-E7B0-4F88-AA8A-8E9E4E6D2466}" type="pres">
      <dgm:prSet presAssocID="{CB52E7A2-F053-42F1-A238-DA3E25723194}" presName="Name13" presStyleLbl="parChTrans1D2" presStyleIdx="0" presStyleCnt="5"/>
      <dgm:spPr/>
    </dgm:pt>
    <dgm:pt modelId="{6C2F014F-4FAB-41A8-922C-DB537C04D9A1}" type="pres">
      <dgm:prSet presAssocID="{46D23AB4-8E75-4517-A7F3-FB5F3B9123F6}" presName="childText" presStyleLbl="bgAcc1" presStyleIdx="0" presStyleCnt="5" custScaleX="305947">
        <dgm:presLayoutVars>
          <dgm:bulletEnabled val="1"/>
        </dgm:presLayoutVars>
      </dgm:prSet>
      <dgm:spPr/>
    </dgm:pt>
    <dgm:pt modelId="{76143C1B-6E1F-4D3F-9694-1360F9A578DF}" type="pres">
      <dgm:prSet presAssocID="{C72DEB66-1C36-4E4E-9B9D-F6FA483D42CA}" presName="Name13" presStyleLbl="parChTrans1D2" presStyleIdx="1" presStyleCnt="5"/>
      <dgm:spPr/>
    </dgm:pt>
    <dgm:pt modelId="{A42174BD-3301-4993-B6C4-F19214D2B3F6}" type="pres">
      <dgm:prSet presAssocID="{B13EBE04-B23B-4966-8D17-7618612096A1}" presName="childText" presStyleLbl="bgAcc1" presStyleIdx="1" presStyleCnt="5" custScaleX="309408">
        <dgm:presLayoutVars>
          <dgm:bulletEnabled val="1"/>
        </dgm:presLayoutVars>
      </dgm:prSet>
      <dgm:spPr/>
    </dgm:pt>
    <dgm:pt modelId="{5DEDB176-A757-41D0-888E-5C211C00E2FE}" type="pres">
      <dgm:prSet presAssocID="{00A89CAA-2FDA-48D9-9EE1-A94F646A6EA7}" presName="Name13" presStyleLbl="parChTrans1D2" presStyleIdx="2" presStyleCnt="5"/>
      <dgm:spPr/>
    </dgm:pt>
    <dgm:pt modelId="{56A1CABF-0A24-4299-A505-FCFB225B0CAE}" type="pres">
      <dgm:prSet presAssocID="{AAF11A90-A27B-48C5-A897-201C6CD625A0}" presName="childText" presStyleLbl="bgAcc1" presStyleIdx="2" presStyleCnt="5" custScaleX="310298">
        <dgm:presLayoutVars>
          <dgm:bulletEnabled val="1"/>
        </dgm:presLayoutVars>
      </dgm:prSet>
      <dgm:spPr/>
    </dgm:pt>
    <dgm:pt modelId="{7D7589CD-1B24-43D8-9936-7D4869081C08}" type="pres">
      <dgm:prSet presAssocID="{571AD7D8-F319-4A9D-9394-21B76C224765}" presName="root" presStyleCnt="0"/>
      <dgm:spPr/>
    </dgm:pt>
    <dgm:pt modelId="{3A779C97-03AC-42DE-82D3-CDAD56180383}" type="pres">
      <dgm:prSet presAssocID="{571AD7D8-F319-4A9D-9394-21B76C224765}" presName="rootComposite" presStyleCnt="0"/>
      <dgm:spPr/>
    </dgm:pt>
    <dgm:pt modelId="{24CC75F1-D202-4114-9EEE-38CA5F477693}" type="pres">
      <dgm:prSet presAssocID="{571AD7D8-F319-4A9D-9394-21B76C224765}" presName="rootText" presStyleLbl="node1" presStyleIdx="1" presStyleCnt="2"/>
      <dgm:spPr/>
    </dgm:pt>
    <dgm:pt modelId="{55E9FBED-D764-4C4B-A3D7-80CA4AC6CC61}" type="pres">
      <dgm:prSet presAssocID="{571AD7D8-F319-4A9D-9394-21B76C224765}" presName="rootConnector" presStyleLbl="node1" presStyleIdx="1" presStyleCnt="2"/>
      <dgm:spPr/>
    </dgm:pt>
    <dgm:pt modelId="{8DCA80EE-238F-43C2-BC2F-E3554BC191EC}" type="pres">
      <dgm:prSet presAssocID="{571AD7D8-F319-4A9D-9394-21B76C224765}" presName="childShape" presStyleCnt="0"/>
      <dgm:spPr/>
    </dgm:pt>
    <dgm:pt modelId="{BACA6485-1319-4191-8316-0B77D6B174CF}" type="pres">
      <dgm:prSet presAssocID="{0F69C954-F883-4517-B667-F97BF3BA8A38}" presName="Name13" presStyleLbl="parChTrans1D2" presStyleIdx="3" presStyleCnt="5"/>
      <dgm:spPr/>
    </dgm:pt>
    <dgm:pt modelId="{FAC48739-121E-4EDF-9A02-CFF35721019B}" type="pres">
      <dgm:prSet presAssocID="{50ECD614-9FB8-4EEB-936B-CDD6F1F30C42}" presName="childText" presStyleLbl="bgAcc1" presStyleIdx="3" presStyleCnt="5" custScaleX="348225">
        <dgm:presLayoutVars>
          <dgm:bulletEnabled val="1"/>
        </dgm:presLayoutVars>
      </dgm:prSet>
      <dgm:spPr/>
    </dgm:pt>
    <dgm:pt modelId="{8C9C38AB-953E-48EE-B345-9B3580B6F178}" type="pres">
      <dgm:prSet presAssocID="{19919165-67B5-4751-93D9-840AD698FCF7}" presName="Name13" presStyleLbl="parChTrans1D2" presStyleIdx="4" presStyleCnt="5"/>
      <dgm:spPr/>
    </dgm:pt>
    <dgm:pt modelId="{F684A388-0394-4D19-A8E9-3B945255A888}" type="pres">
      <dgm:prSet presAssocID="{48622E3B-2181-435F-889A-77A8D3AF6C4A}" presName="childText" presStyleLbl="bgAcc1" presStyleIdx="4" presStyleCnt="5" custScaleX="345062">
        <dgm:presLayoutVars>
          <dgm:bulletEnabled val="1"/>
        </dgm:presLayoutVars>
      </dgm:prSet>
      <dgm:spPr/>
    </dgm:pt>
  </dgm:ptLst>
  <dgm:cxnLst>
    <dgm:cxn modelId="{0D03EB03-47E4-44D3-9413-99C73D5133EC}" type="presOf" srcId="{571AD7D8-F319-4A9D-9394-21B76C224765}" destId="{55E9FBED-D764-4C4B-A3D7-80CA4AC6CC61}" srcOrd="1" destOrd="0" presId="urn:microsoft.com/office/officeart/2005/8/layout/hierarchy3"/>
    <dgm:cxn modelId="{5B3AC910-6991-4952-922F-305A6C9D39B2}" type="presOf" srcId="{00A89CAA-2FDA-48D9-9EE1-A94F646A6EA7}" destId="{5DEDB176-A757-41D0-888E-5C211C00E2FE}" srcOrd="0" destOrd="0" presId="urn:microsoft.com/office/officeart/2005/8/layout/hierarchy3"/>
    <dgm:cxn modelId="{34CD9D41-2E84-4038-836D-959C229C75FC}" srcId="{7D686E57-B87C-4FAE-8800-6A82F0A9CCA7}" destId="{46D23AB4-8E75-4517-A7F3-FB5F3B9123F6}" srcOrd="0" destOrd="0" parTransId="{CB52E7A2-F053-42F1-A238-DA3E25723194}" sibTransId="{5EE651BA-5EF1-4D17-8A54-02F47191F4CA}"/>
    <dgm:cxn modelId="{08F4D261-386B-4C37-980A-1D22B4AC93CC}" srcId="{011DAD11-75F9-4EE3-A195-75D21DFAD010}" destId="{571AD7D8-F319-4A9D-9394-21B76C224765}" srcOrd="1" destOrd="0" parTransId="{05D583AC-D925-496C-8120-9CA2C4F17D4C}" sibTransId="{A0AAF70D-E943-4BB5-8AF5-D119EEFE4771}"/>
    <dgm:cxn modelId="{284ED247-03EC-42A7-B60D-AE735787ED17}" type="presOf" srcId="{48622E3B-2181-435F-889A-77A8D3AF6C4A}" destId="{F684A388-0394-4D19-A8E9-3B945255A888}" srcOrd="0" destOrd="0" presId="urn:microsoft.com/office/officeart/2005/8/layout/hierarchy3"/>
    <dgm:cxn modelId="{CD95826B-DB01-40FA-8FFC-AAFC8CE99E8F}" type="presOf" srcId="{AAF11A90-A27B-48C5-A897-201C6CD625A0}" destId="{56A1CABF-0A24-4299-A505-FCFB225B0CAE}" srcOrd="0" destOrd="0" presId="urn:microsoft.com/office/officeart/2005/8/layout/hierarchy3"/>
    <dgm:cxn modelId="{5809834C-2249-4951-ADA4-7BA13A57453E}" type="presOf" srcId="{7D686E57-B87C-4FAE-8800-6A82F0A9CCA7}" destId="{22A20255-0272-4403-B98A-CE31F7535BC1}" srcOrd="0" destOrd="0" presId="urn:microsoft.com/office/officeart/2005/8/layout/hierarchy3"/>
    <dgm:cxn modelId="{AF8EDF73-B08C-43EA-A6CB-B5CDD738E011}" srcId="{571AD7D8-F319-4A9D-9394-21B76C224765}" destId="{48622E3B-2181-435F-889A-77A8D3AF6C4A}" srcOrd="1" destOrd="0" parTransId="{19919165-67B5-4751-93D9-840AD698FCF7}" sibTransId="{800A9129-F3E5-483F-A12A-93B6165D46FC}"/>
    <dgm:cxn modelId="{73FAF256-1813-4C3D-90AE-B687E9054C7A}" type="presOf" srcId="{0F69C954-F883-4517-B667-F97BF3BA8A38}" destId="{BACA6485-1319-4191-8316-0B77D6B174CF}" srcOrd="0" destOrd="0" presId="urn:microsoft.com/office/officeart/2005/8/layout/hierarchy3"/>
    <dgm:cxn modelId="{D00CE17F-43DD-44A9-864A-6C88EF20C7DE}" type="presOf" srcId="{011DAD11-75F9-4EE3-A195-75D21DFAD010}" destId="{4D5C81BF-7B5A-4A16-BC9E-A24F02DCCB27}" srcOrd="0" destOrd="0" presId="urn:microsoft.com/office/officeart/2005/8/layout/hierarchy3"/>
    <dgm:cxn modelId="{3194F585-2FB3-4D65-A3C4-4F47B015E99A}" type="presOf" srcId="{571AD7D8-F319-4A9D-9394-21B76C224765}" destId="{24CC75F1-D202-4114-9EEE-38CA5F477693}" srcOrd="0" destOrd="0" presId="urn:microsoft.com/office/officeart/2005/8/layout/hierarchy3"/>
    <dgm:cxn modelId="{DFD917AB-EA7C-454E-ABB9-3CE299E07418}" type="presOf" srcId="{C72DEB66-1C36-4E4E-9B9D-F6FA483D42CA}" destId="{76143C1B-6E1F-4D3F-9694-1360F9A578DF}" srcOrd="0" destOrd="0" presId="urn:microsoft.com/office/officeart/2005/8/layout/hierarchy3"/>
    <dgm:cxn modelId="{FE3D20B0-CA3B-4F12-ABFC-E48B5613D7B6}" srcId="{571AD7D8-F319-4A9D-9394-21B76C224765}" destId="{50ECD614-9FB8-4EEB-936B-CDD6F1F30C42}" srcOrd="0" destOrd="0" parTransId="{0F69C954-F883-4517-B667-F97BF3BA8A38}" sibTransId="{6E03FEEB-F7EC-4C93-B1F0-0BFAA6F2CEE0}"/>
    <dgm:cxn modelId="{2E9D79BF-3C79-47A3-BC19-CA5806386820}" srcId="{011DAD11-75F9-4EE3-A195-75D21DFAD010}" destId="{7D686E57-B87C-4FAE-8800-6A82F0A9CCA7}" srcOrd="0" destOrd="0" parTransId="{31C32CE3-FB8D-4FD6-A23D-3FCDD337F87E}" sibTransId="{B4D07E33-C247-4D2B-B5A8-1B3638D07AC8}"/>
    <dgm:cxn modelId="{179193BF-038E-45EC-8592-AD41C3D711EA}" type="presOf" srcId="{19919165-67B5-4751-93D9-840AD698FCF7}" destId="{8C9C38AB-953E-48EE-B345-9B3580B6F178}" srcOrd="0" destOrd="0" presId="urn:microsoft.com/office/officeart/2005/8/layout/hierarchy3"/>
    <dgm:cxn modelId="{194D33D0-0CB5-4709-A5CB-99AAA0A9093E}" type="presOf" srcId="{B13EBE04-B23B-4966-8D17-7618612096A1}" destId="{A42174BD-3301-4993-B6C4-F19214D2B3F6}" srcOrd="0" destOrd="0" presId="urn:microsoft.com/office/officeart/2005/8/layout/hierarchy3"/>
    <dgm:cxn modelId="{98EB3AD0-AF7C-483F-B87C-71648E98F7E7}" type="presOf" srcId="{50ECD614-9FB8-4EEB-936B-CDD6F1F30C42}" destId="{FAC48739-121E-4EDF-9A02-CFF35721019B}" srcOrd="0" destOrd="0" presId="urn:microsoft.com/office/officeart/2005/8/layout/hierarchy3"/>
    <dgm:cxn modelId="{A40E80D2-4662-4A13-A8A4-E0D4EB13D098}" type="presOf" srcId="{46D23AB4-8E75-4517-A7F3-FB5F3B9123F6}" destId="{6C2F014F-4FAB-41A8-922C-DB537C04D9A1}" srcOrd="0" destOrd="0" presId="urn:microsoft.com/office/officeart/2005/8/layout/hierarchy3"/>
    <dgm:cxn modelId="{3908BDD2-71E3-4ABE-9FA4-7753BB9021BF}" type="presOf" srcId="{CB52E7A2-F053-42F1-A238-DA3E25723194}" destId="{6B5BDDB0-E7B0-4F88-AA8A-8E9E4E6D2466}" srcOrd="0" destOrd="0" presId="urn:microsoft.com/office/officeart/2005/8/layout/hierarchy3"/>
    <dgm:cxn modelId="{96063DE4-B424-4561-B8B9-9F333BEE1697}" srcId="{7D686E57-B87C-4FAE-8800-6A82F0A9CCA7}" destId="{B13EBE04-B23B-4966-8D17-7618612096A1}" srcOrd="1" destOrd="0" parTransId="{C72DEB66-1C36-4E4E-9B9D-F6FA483D42CA}" sibTransId="{9D62C0B5-CEBF-4242-AF84-9528CDFC822F}"/>
    <dgm:cxn modelId="{3021EAF1-A3CB-44B5-A4D4-5632277664A1}" srcId="{7D686E57-B87C-4FAE-8800-6A82F0A9CCA7}" destId="{AAF11A90-A27B-48C5-A897-201C6CD625A0}" srcOrd="2" destOrd="0" parTransId="{00A89CAA-2FDA-48D9-9EE1-A94F646A6EA7}" sibTransId="{BB80CB30-5984-461A-9296-66CCFC015360}"/>
    <dgm:cxn modelId="{0237B3F7-7092-4F58-B52C-EE750975252A}" type="presOf" srcId="{7D686E57-B87C-4FAE-8800-6A82F0A9CCA7}" destId="{90111D72-518A-4AD3-9DF3-9C1F0CDF6756}" srcOrd="1" destOrd="0" presId="urn:microsoft.com/office/officeart/2005/8/layout/hierarchy3"/>
    <dgm:cxn modelId="{D235789E-3537-4DCA-B074-9CC650782518}" type="presParOf" srcId="{4D5C81BF-7B5A-4A16-BC9E-A24F02DCCB27}" destId="{49C0A31F-ECD9-4ED5-99B8-B9212703D361}" srcOrd="0" destOrd="0" presId="urn:microsoft.com/office/officeart/2005/8/layout/hierarchy3"/>
    <dgm:cxn modelId="{136CFE3D-C2C0-404E-9847-5A80CF6C3881}" type="presParOf" srcId="{49C0A31F-ECD9-4ED5-99B8-B9212703D361}" destId="{DF0B6EA1-1690-427D-8C2E-6802C8FFD27C}" srcOrd="0" destOrd="0" presId="urn:microsoft.com/office/officeart/2005/8/layout/hierarchy3"/>
    <dgm:cxn modelId="{F595D60C-2CBC-40B5-BB38-7FE20DB6C6D3}" type="presParOf" srcId="{DF0B6EA1-1690-427D-8C2E-6802C8FFD27C}" destId="{22A20255-0272-4403-B98A-CE31F7535BC1}" srcOrd="0" destOrd="0" presId="urn:microsoft.com/office/officeart/2005/8/layout/hierarchy3"/>
    <dgm:cxn modelId="{B442D931-5412-445C-BE01-D29A90E8E9AC}" type="presParOf" srcId="{DF0B6EA1-1690-427D-8C2E-6802C8FFD27C}" destId="{90111D72-518A-4AD3-9DF3-9C1F0CDF6756}" srcOrd="1" destOrd="0" presId="urn:microsoft.com/office/officeart/2005/8/layout/hierarchy3"/>
    <dgm:cxn modelId="{A3C48299-864B-446D-B8C4-0A2B63D73D4F}" type="presParOf" srcId="{49C0A31F-ECD9-4ED5-99B8-B9212703D361}" destId="{00B05A84-B829-40B0-8407-857A2B38878A}" srcOrd="1" destOrd="0" presId="urn:microsoft.com/office/officeart/2005/8/layout/hierarchy3"/>
    <dgm:cxn modelId="{A4BC1515-C13C-40BE-98B7-67E1296AA1F9}" type="presParOf" srcId="{00B05A84-B829-40B0-8407-857A2B38878A}" destId="{6B5BDDB0-E7B0-4F88-AA8A-8E9E4E6D2466}" srcOrd="0" destOrd="0" presId="urn:microsoft.com/office/officeart/2005/8/layout/hierarchy3"/>
    <dgm:cxn modelId="{C6D20975-98B8-40D4-9A50-48F9B432E708}" type="presParOf" srcId="{00B05A84-B829-40B0-8407-857A2B38878A}" destId="{6C2F014F-4FAB-41A8-922C-DB537C04D9A1}" srcOrd="1" destOrd="0" presId="urn:microsoft.com/office/officeart/2005/8/layout/hierarchy3"/>
    <dgm:cxn modelId="{BC278DDE-C571-4BFE-94C2-5B6B6CCDAF44}" type="presParOf" srcId="{00B05A84-B829-40B0-8407-857A2B38878A}" destId="{76143C1B-6E1F-4D3F-9694-1360F9A578DF}" srcOrd="2" destOrd="0" presId="urn:microsoft.com/office/officeart/2005/8/layout/hierarchy3"/>
    <dgm:cxn modelId="{24D33324-5620-41F6-9F06-4E011526D533}" type="presParOf" srcId="{00B05A84-B829-40B0-8407-857A2B38878A}" destId="{A42174BD-3301-4993-B6C4-F19214D2B3F6}" srcOrd="3" destOrd="0" presId="urn:microsoft.com/office/officeart/2005/8/layout/hierarchy3"/>
    <dgm:cxn modelId="{69C9C3E3-BD86-437E-9486-E3BF5BB36C97}" type="presParOf" srcId="{00B05A84-B829-40B0-8407-857A2B38878A}" destId="{5DEDB176-A757-41D0-888E-5C211C00E2FE}" srcOrd="4" destOrd="0" presId="urn:microsoft.com/office/officeart/2005/8/layout/hierarchy3"/>
    <dgm:cxn modelId="{6A7D33AC-D786-4A67-875A-C1B54E5B9523}" type="presParOf" srcId="{00B05A84-B829-40B0-8407-857A2B38878A}" destId="{56A1CABF-0A24-4299-A505-FCFB225B0CAE}" srcOrd="5" destOrd="0" presId="urn:microsoft.com/office/officeart/2005/8/layout/hierarchy3"/>
    <dgm:cxn modelId="{859ED7FE-BF0E-4722-BF82-E444B08D505C}" type="presParOf" srcId="{4D5C81BF-7B5A-4A16-BC9E-A24F02DCCB27}" destId="{7D7589CD-1B24-43D8-9936-7D4869081C08}" srcOrd="1" destOrd="0" presId="urn:microsoft.com/office/officeart/2005/8/layout/hierarchy3"/>
    <dgm:cxn modelId="{F2DBD89B-B2BD-49E7-B3FE-3C17C5A215E6}" type="presParOf" srcId="{7D7589CD-1B24-43D8-9936-7D4869081C08}" destId="{3A779C97-03AC-42DE-82D3-CDAD56180383}" srcOrd="0" destOrd="0" presId="urn:microsoft.com/office/officeart/2005/8/layout/hierarchy3"/>
    <dgm:cxn modelId="{26B32365-D9E2-45F5-B3D4-4F31ACD0C017}" type="presParOf" srcId="{3A779C97-03AC-42DE-82D3-CDAD56180383}" destId="{24CC75F1-D202-4114-9EEE-38CA5F477693}" srcOrd="0" destOrd="0" presId="urn:microsoft.com/office/officeart/2005/8/layout/hierarchy3"/>
    <dgm:cxn modelId="{84ECFD13-5EF6-4AB3-B7A2-8460CE06E296}" type="presParOf" srcId="{3A779C97-03AC-42DE-82D3-CDAD56180383}" destId="{55E9FBED-D764-4C4B-A3D7-80CA4AC6CC61}" srcOrd="1" destOrd="0" presId="urn:microsoft.com/office/officeart/2005/8/layout/hierarchy3"/>
    <dgm:cxn modelId="{33B85F2D-4C7E-4AE8-BA30-0F18E25BF554}" type="presParOf" srcId="{7D7589CD-1B24-43D8-9936-7D4869081C08}" destId="{8DCA80EE-238F-43C2-BC2F-E3554BC191EC}" srcOrd="1" destOrd="0" presId="urn:microsoft.com/office/officeart/2005/8/layout/hierarchy3"/>
    <dgm:cxn modelId="{C5666487-A990-4E80-85F2-EC591D8AC8D8}" type="presParOf" srcId="{8DCA80EE-238F-43C2-BC2F-E3554BC191EC}" destId="{BACA6485-1319-4191-8316-0B77D6B174CF}" srcOrd="0" destOrd="0" presId="urn:microsoft.com/office/officeart/2005/8/layout/hierarchy3"/>
    <dgm:cxn modelId="{BD16226D-277E-4E26-BB5A-792AAD32FD42}" type="presParOf" srcId="{8DCA80EE-238F-43C2-BC2F-E3554BC191EC}" destId="{FAC48739-121E-4EDF-9A02-CFF35721019B}" srcOrd="1" destOrd="0" presId="urn:microsoft.com/office/officeart/2005/8/layout/hierarchy3"/>
    <dgm:cxn modelId="{436393B4-5A93-439F-881E-BF20AC0D45AD}" type="presParOf" srcId="{8DCA80EE-238F-43C2-BC2F-E3554BC191EC}" destId="{8C9C38AB-953E-48EE-B345-9B3580B6F178}" srcOrd="2" destOrd="0" presId="urn:microsoft.com/office/officeart/2005/8/layout/hierarchy3"/>
    <dgm:cxn modelId="{2D659F2F-77B9-497B-8EAD-950480A7835C}" type="presParOf" srcId="{8DCA80EE-238F-43C2-BC2F-E3554BC191EC}" destId="{F684A388-0394-4D19-A8E9-3B945255A888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7412CD9-DB38-4B57-B482-90FA60701942}" type="doc">
      <dgm:prSet loTypeId="urn:microsoft.com/office/officeart/2009/layout/CircleArrowProcess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B4BCD6F-7616-48CD-8A14-D79F8DB7ED34}">
      <dgm:prSet phldrT="[Text]" phldr="0" custT="1"/>
      <dgm:spPr/>
      <dgm:t>
        <a:bodyPr/>
        <a:lstStyle/>
        <a:p>
          <a:r>
            <a: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Better handling of tabular data.</a:t>
          </a:r>
        </a:p>
      </dgm:t>
    </dgm:pt>
    <dgm:pt modelId="{BAEC2D79-3469-4332-9846-2BDD5B9F173B}" type="parTrans" cxnId="{3E258E03-CEDF-4E03-91DB-D4E129FAA636}">
      <dgm:prSet/>
      <dgm:spPr/>
      <dgm:t>
        <a:bodyPr/>
        <a:lstStyle/>
        <a:p>
          <a:endParaRPr lang="en-US"/>
        </a:p>
      </dgm:t>
    </dgm:pt>
    <dgm:pt modelId="{2F0D01ED-F53E-435F-A424-F11344C388F6}" type="sibTrans" cxnId="{3E258E03-CEDF-4E03-91DB-D4E129FAA636}">
      <dgm:prSet/>
      <dgm:spPr/>
      <dgm:t>
        <a:bodyPr/>
        <a:lstStyle/>
        <a:p>
          <a:endParaRPr lang="en-US"/>
        </a:p>
      </dgm:t>
    </dgm:pt>
    <dgm:pt modelId="{7FEFBE82-8020-4824-B137-A6CAF66C2BDD}">
      <dgm:prSet phldrT="[Text]" phldr="0" custT="1"/>
      <dgm:spPr/>
      <dgm:t>
        <a:bodyPr/>
        <a:lstStyle/>
        <a:p>
          <a:r>
            <a:rPr 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Structured storage for schedules</a:t>
          </a:r>
        </a:p>
      </dgm:t>
    </dgm:pt>
    <dgm:pt modelId="{D52C7B5C-B1AC-4DE3-892F-E1494E5FB5B6}" type="parTrans" cxnId="{2CC4164B-6EBD-4083-ACCC-11974CB8EDA0}">
      <dgm:prSet/>
      <dgm:spPr/>
      <dgm:t>
        <a:bodyPr/>
        <a:lstStyle/>
        <a:p>
          <a:endParaRPr lang="en-US"/>
        </a:p>
      </dgm:t>
    </dgm:pt>
    <dgm:pt modelId="{380E4E53-42C8-4B77-ABC5-F01A20C15C91}" type="sibTrans" cxnId="{2CC4164B-6EBD-4083-ACCC-11974CB8EDA0}">
      <dgm:prSet/>
      <dgm:spPr/>
      <dgm:t>
        <a:bodyPr/>
        <a:lstStyle/>
        <a:p>
          <a:endParaRPr lang="en-US"/>
        </a:p>
      </dgm:t>
    </dgm:pt>
    <dgm:pt modelId="{AAD41660-D685-400F-A926-88ADAA88AC9E}">
      <dgm:prSet phldrT="[Text]" phldr="0" custT="1"/>
      <dgm:spPr/>
      <dgm:t>
        <a:bodyPr/>
        <a:lstStyle/>
        <a:p>
          <a:r>
            <a: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Improved retrieval strategies</a:t>
          </a:r>
        </a:p>
      </dgm:t>
    </dgm:pt>
    <dgm:pt modelId="{7454653B-221E-4641-84C5-A6CC2BFA9E35}" type="parTrans" cxnId="{A5B3688A-D328-40B8-8291-4469D736B9A4}">
      <dgm:prSet/>
      <dgm:spPr/>
      <dgm:t>
        <a:bodyPr/>
        <a:lstStyle/>
        <a:p>
          <a:endParaRPr lang="en-US"/>
        </a:p>
      </dgm:t>
    </dgm:pt>
    <dgm:pt modelId="{6AA19FB3-1AAE-4DB0-BD50-E3AE461DB563}" type="sibTrans" cxnId="{A5B3688A-D328-40B8-8291-4469D736B9A4}">
      <dgm:prSet/>
      <dgm:spPr/>
      <dgm:t>
        <a:bodyPr/>
        <a:lstStyle/>
        <a:p>
          <a:endParaRPr lang="en-US"/>
        </a:p>
      </dgm:t>
    </dgm:pt>
    <dgm:pt modelId="{E896617D-AFBD-403B-84CE-F273C4A44ABE}" type="pres">
      <dgm:prSet presAssocID="{07412CD9-DB38-4B57-B482-90FA60701942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978BDAA0-6D8E-4EF6-9894-197F63CA8804}" type="pres">
      <dgm:prSet presAssocID="{8B4BCD6F-7616-48CD-8A14-D79F8DB7ED34}" presName="Accent1" presStyleCnt="0"/>
      <dgm:spPr/>
    </dgm:pt>
    <dgm:pt modelId="{D447EEE8-2385-4A30-BCA2-D0E63B792ADF}" type="pres">
      <dgm:prSet presAssocID="{8B4BCD6F-7616-48CD-8A14-D79F8DB7ED34}" presName="Accent" presStyleLbl="node1" presStyleIdx="0" presStyleCnt="3" custLinFactX="63609" custLinFactNeighborX="100000" custLinFactNeighborY="-8970"/>
      <dgm:spPr/>
    </dgm:pt>
    <dgm:pt modelId="{F5D5C09F-A3BF-4300-A59A-953976301BC3}" type="pres">
      <dgm:prSet presAssocID="{8B4BCD6F-7616-48CD-8A14-D79F8DB7ED34}" presName="Parent1" presStyleLbl="revTx" presStyleIdx="0" presStyleCnt="3" custLinFactX="100000" custLinFactNeighborX="197415" custLinFactNeighborY="-35731">
        <dgm:presLayoutVars>
          <dgm:chMax val="1"/>
          <dgm:chPref val="1"/>
          <dgm:bulletEnabled val="1"/>
        </dgm:presLayoutVars>
      </dgm:prSet>
      <dgm:spPr/>
    </dgm:pt>
    <dgm:pt modelId="{A7097ACC-469F-4C00-B745-C211AF0EAEEC}" type="pres">
      <dgm:prSet presAssocID="{7FEFBE82-8020-4824-B137-A6CAF66C2BDD}" presName="Accent2" presStyleCnt="0"/>
      <dgm:spPr/>
    </dgm:pt>
    <dgm:pt modelId="{68AC32B3-3656-4E71-9EBD-69CBBCA5C352}" type="pres">
      <dgm:prSet presAssocID="{7FEFBE82-8020-4824-B137-A6CAF66C2BDD}" presName="Accent" presStyleLbl="node1" presStyleIdx="1" presStyleCnt="3" custLinFactX="60293" custLinFactNeighborX="100000" custLinFactNeighborY="10500"/>
      <dgm:spPr/>
    </dgm:pt>
    <dgm:pt modelId="{013A9749-D34D-46E9-9519-5B51BDC40503}" type="pres">
      <dgm:prSet presAssocID="{7FEFBE82-8020-4824-B137-A6CAF66C2BDD}" presName="Parent2" presStyleLbl="revTx" presStyleIdx="1" presStyleCnt="3" custLinFactX="100000" custLinFactNeighborX="196421" custLinFactNeighborY="33829">
        <dgm:presLayoutVars>
          <dgm:chMax val="1"/>
          <dgm:chPref val="1"/>
          <dgm:bulletEnabled val="1"/>
        </dgm:presLayoutVars>
      </dgm:prSet>
      <dgm:spPr/>
    </dgm:pt>
    <dgm:pt modelId="{FA5F1470-DB88-4ED0-9A49-5701806D12ED}" type="pres">
      <dgm:prSet presAssocID="{AAD41660-D685-400F-A926-88ADAA88AC9E}" presName="Accent3" presStyleCnt="0"/>
      <dgm:spPr/>
    </dgm:pt>
    <dgm:pt modelId="{4426C60D-12B6-46BB-8A60-43C9848547FA}" type="pres">
      <dgm:prSet presAssocID="{AAD41660-D685-400F-A926-88ADAA88AC9E}" presName="Accent" presStyleLbl="node1" presStyleIdx="2" presStyleCnt="3" custLinFactX="95577" custLinFactNeighborX="100000" custLinFactNeighborY="21222"/>
      <dgm:spPr/>
    </dgm:pt>
    <dgm:pt modelId="{D5C866F2-B512-450E-AE8F-79A370A50180}" type="pres">
      <dgm:prSet presAssocID="{AAD41660-D685-400F-A926-88ADAA88AC9E}" presName="Parent3" presStyleLbl="revTx" presStyleIdx="2" presStyleCnt="3" custLinFactX="100000" custLinFactNeighborX="198409" custLinFactNeighborY="59696">
        <dgm:presLayoutVars>
          <dgm:chMax val="1"/>
          <dgm:chPref val="1"/>
          <dgm:bulletEnabled val="1"/>
        </dgm:presLayoutVars>
      </dgm:prSet>
      <dgm:spPr/>
    </dgm:pt>
  </dgm:ptLst>
  <dgm:cxnLst>
    <dgm:cxn modelId="{3E258E03-CEDF-4E03-91DB-D4E129FAA636}" srcId="{07412CD9-DB38-4B57-B482-90FA60701942}" destId="{8B4BCD6F-7616-48CD-8A14-D79F8DB7ED34}" srcOrd="0" destOrd="0" parTransId="{BAEC2D79-3469-4332-9846-2BDD5B9F173B}" sibTransId="{2F0D01ED-F53E-435F-A424-F11344C388F6}"/>
    <dgm:cxn modelId="{2CC4164B-6EBD-4083-ACCC-11974CB8EDA0}" srcId="{07412CD9-DB38-4B57-B482-90FA60701942}" destId="{7FEFBE82-8020-4824-B137-A6CAF66C2BDD}" srcOrd="1" destOrd="0" parTransId="{D52C7B5C-B1AC-4DE3-892F-E1494E5FB5B6}" sibTransId="{380E4E53-42C8-4B77-ABC5-F01A20C15C91}"/>
    <dgm:cxn modelId="{A5B3688A-D328-40B8-8291-4469D736B9A4}" srcId="{07412CD9-DB38-4B57-B482-90FA60701942}" destId="{AAD41660-D685-400F-A926-88ADAA88AC9E}" srcOrd="2" destOrd="0" parTransId="{7454653B-221E-4641-84C5-A6CC2BFA9E35}" sibTransId="{6AA19FB3-1AAE-4DB0-BD50-E3AE461DB563}"/>
    <dgm:cxn modelId="{FD6C13A1-D518-4FD8-838F-7293D97B17BD}" type="presOf" srcId="{8B4BCD6F-7616-48CD-8A14-D79F8DB7ED34}" destId="{F5D5C09F-A3BF-4300-A59A-953976301BC3}" srcOrd="0" destOrd="0" presId="urn:microsoft.com/office/officeart/2009/layout/CircleArrowProcess"/>
    <dgm:cxn modelId="{3168D8A1-1487-4CEA-B4DC-E6D59E28D478}" type="presOf" srcId="{07412CD9-DB38-4B57-B482-90FA60701942}" destId="{E896617D-AFBD-403B-84CE-F273C4A44ABE}" srcOrd="0" destOrd="0" presId="urn:microsoft.com/office/officeart/2009/layout/CircleArrowProcess"/>
    <dgm:cxn modelId="{D85CEBAF-D752-4BEB-9002-01616E40885F}" type="presOf" srcId="{AAD41660-D685-400F-A926-88ADAA88AC9E}" destId="{D5C866F2-B512-450E-AE8F-79A370A50180}" srcOrd="0" destOrd="0" presId="urn:microsoft.com/office/officeart/2009/layout/CircleArrowProcess"/>
    <dgm:cxn modelId="{E1B546B2-A1B3-4748-88A2-42B90A8B9AF6}" type="presOf" srcId="{7FEFBE82-8020-4824-B137-A6CAF66C2BDD}" destId="{013A9749-D34D-46E9-9519-5B51BDC40503}" srcOrd="0" destOrd="0" presId="urn:microsoft.com/office/officeart/2009/layout/CircleArrowProcess"/>
    <dgm:cxn modelId="{AC4294CD-3690-4C47-9AD1-149614C4E821}" type="presParOf" srcId="{E896617D-AFBD-403B-84CE-F273C4A44ABE}" destId="{978BDAA0-6D8E-4EF6-9894-197F63CA8804}" srcOrd="0" destOrd="0" presId="urn:microsoft.com/office/officeart/2009/layout/CircleArrowProcess"/>
    <dgm:cxn modelId="{5744BAF1-D82F-4117-ABBE-83C7128B5F2F}" type="presParOf" srcId="{978BDAA0-6D8E-4EF6-9894-197F63CA8804}" destId="{D447EEE8-2385-4A30-BCA2-D0E63B792ADF}" srcOrd="0" destOrd="0" presId="urn:microsoft.com/office/officeart/2009/layout/CircleArrowProcess"/>
    <dgm:cxn modelId="{F64B8AF7-32E2-4B41-889D-FE9CA0B12500}" type="presParOf" srcId="{E896617D-AFBD-403B-84CE-F273C4A44ABE}" destId="{F5D5C09F-A3BF-4300-A59A-953976301BC3}" srcOrd="1" destOrd="0" presId="urn:microsoft.com/office/officeart/2009/layout/CircleArrowProcess"/>
    <dgm:cxn modelId="{264CA4F4-46C8-43D4-8C00-99EFE9EF383F}" type="presParOf" srcId="{E896617D-AFBD-403B-84CE-F273C4A44ABE}" destId="{A7097ACC-469F-4C00-B745-C211AF0EAEEC}" srcOrd="2" destOrd="0" presId="urn:microsoft.com/office/officeart/2009/layout/CircleArrowProcess"/>
    <dgm:cxn modelId="{EE978A5C-A749-4379-A025-F116BCF65698}" type="presParOf" srcId="{A7097ACC-469F-4C00-B745-C211AF0EAEEC}" destId="{68AC32B3-3656-4E71-9EBD-69CBBCA5C352}" srcOrd="0" destOrd="0" presId="urn:microsoft.com/office/officeart/2009/layout/CircleArrowProcess"/>
    <dgm:cxn modelId="{CD8DB0AD-CAA4-4195-ADBF-F038F453E7D8}" type="presParOf" srcId="{E896617D-AFBD-403B-84CE-F273C4A44ABE}" destId="{013A9749-D34D-46E9-9519-5B51BDC40503}" srcOrd="3" destOrd="0" presId="urn:microsoft.com/office/officeart/2009/layout/CircleArrowProcess"/>
    <dgm:cxn modelId="{3138B24F-32E3-4F0A-8549-371D4F764691}" type="presParOf" srcId="{E896617D-AFBD-403B-84CE-F273C4A44ABE}" destId="{FA5F1470-DB88-4ED0-9A49-5701806D12ED}" srcOrd="4" destOrd="0" presId="urn:microsoft.com/office/officeart/2009/layout/CircleArrowProcess"/>
    <dgm:cxn modelId="{4A5A01FA-CE77-45B2-ACA1-501E4E550222}" type="presParOf" srcId="{FA5F1470-DB88-4ED0-9A49-5701806D12ED}" destId="{4426C60D-12B6-46BB-8A60-43C9848547FA}" srcOrd="0" destOrd="0" presId="urn:microsoft.com/office/officeart/2009/layout/CircleArrowProcess"/>
    <dgm:cxn modelId="{B29F2DCB-BEBE-442A-9A42-B541B63F0EE1}" type="presParOf" srcId="{E896617D-AFBD-403B-84CE-F273C4A44ABE}" destId="{D5C866F2-B512-450E-AE8F-79A370A50180}" srcOrd="5" destOrd="0" presId="urn:microsoft.com/office/officeart/2009/layout/CircleArrowProcess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0EA62DF-B77F-4484-A8E1-28CBFEED1CF6}" type="doc">
      <dgm:prSet loTypeId="urn:microsoft.com/office/officeart/2005/8/layout/vProcess5" loCatId="process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F682BA5-34E7-43D7-A5A5-AF992C880C5D}">
      <dgm:prSet phldrT="Add an event" custT="1"/>
      <dgm:spPr/>
      <dgm:t>
        <a:bodyPr/>
        <a:lstStyle/>
        <a:p>
          <a:pPr>
            <a:buNone/>
          </a:pPr>
          <a:r>
            <a:rPr lang="en-US" sz="18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Chroma vector database</a:t>
          </a:r>
          <a:endParaRPr lang="en-US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7328289-6AF3-4956-AC5C-BB0BEDAAA6DE}" type="parTrans" cxnId="{FA66CF31-449F-4CD5-9A45-1AC821F8C2FD}">
      <dgm:prSet/>
      <dgm:spPr/>
      <dgm:t>
        <a:bodyPr/>
        <a:lstStyle/>
        <a:p>
          <a:endParaRPr lang="en-US"/>
        </a:p>
      </dgm:t>
    </dgm:pt>
    <dgm:pt modelId="{00916476-7FF9-45D4-9417-CB66C255842F}" type="sibTrans" cxnId="{FA66CF31-449F-4CD5-9A45-1AC821F8C2FD}">
      <dgm:prSet/>
      <dgm:spPr/>
      <dgm:t>
        <a:bodyPr/>
        <a:lstStyle/>
        <a:p>
          <a:endParaRPr lang="en-US"/>
        </a:p>
      </dgm:t>
    </dgm:pt>
    <dgm:pt modelId="{F24894DA-F3B7-4118-B59E-3674473AC19A}">
      <dgm:prSet phldrT="Write a description of the significance of this event" custT="1"/>
      <dgm:spPr/>
      <dgm:t>
        <a:bodyPr/>
        <a:lstStyle/>
        <a:p>
          <a:pPr>
            <a:buNone/>
          </a:pPr>
          <a:r>
            <a: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https://www.trychroma.com </a:t>
          </a:r>
        </a:p>
      </dgm:t>
    </dgm:pt>
    <dgm:pt modelId="{13EACCB5-A9B7-4967-B6C7-E81AF235EEA7}" type="parTrans" cxnId="{B88F225A-84B5-47A2-A670-5E865F5FC0AE}">
      <dgm:prSet/>
      <dgm:spPr/>
      <dgm:t>
        <a:bodyPr/>
        <a:lstStyle/>
        <a:p>
          <a:endParaRPr lang="en-US"/>
        </a:p>
      </dgm:t>
    </dgm:pt>
    <dgm:pt modelId="{2F16EC4B-93E8-4EF8-A220-3AE4D25A1548}" type="sibTrans" cxnId="{B88F225A-84B5-47A2-A670-5E865F5FC0AE}">
      <dgm:prSet/>
      <dgm:spPr/>
      <dgm:t>
        <a:bodyPr/>
        <a:lstStyle/>
        <a:p>
          <a:endParaRPr lang="en-US"/>
        </a:p>
      </dgm:t>
    </dgm:pt>
    <dgm:pt modelId="{4EC02CCF-A448-42A6-A152-6D9DDE27DE7C}">
      <dgm:prSet phldrT="Add an event" custT="1"/>
      <dgm:spPr/>
      <dgm:t>
        <a:bodyPr/>
        <a:lstStyle/>
        <a:p>
          <a:pPr>
            <a:buNone/>
          </a:pPr>
          <a:r>
            <a:rPr lang="en-US" sz="1800" i="1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LangChain</a:t>
          </a:r>
          <a:r>
            <a:rPr lang="en-US" sz="18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documentation</a:t>
          </a:r>
          <a:endParaRPr lang="en-US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5A0DF21-6D9E-4177-B660-74D5F30E9F23}" type="parTrans" cxnId="{6C4BAF65-F4F2-4612-8940-4B9F8C1FD981}">
      <dgm:prSet/>
      <dgm:spPr/>
      <dgm:t>
        <a:bodyPr/>
        <a:lstStyle/>
        <a:p>
          <a:endParaRPr lang="en-US"/>
        </a:p>
      </dgm:t>
    </dgm:pt>
    <dgm:pt modelId="{0A46078A-CB4C-446E-8043-671AE853C372}" type="sibTrans" cxnId="{6C4BAF65-F4F2-4612-8940-4B9F8C1FD981}">
      <dgm:prSet/>
      <dgm:spPr/>
      <dgm:t>
        <a:bodyPr/>
        <a:lstStyle/>
        <a:p>
          <a:endParaRPr lang="en-US"/>
        </a:p>
      </dgm:t>
    </dgm:pt>
    <dgm:pt modelId="{8DA09C5B-764A-4307-9E8F-D0B32536D440}">
      <dgm:prSet phldrT="Write a description of the significance of this event" custT="1"/>
      <dgm:spPr/>
      <dgm:t>
        <a:bodyPr/>
        <a:lstStyle/>
        <a:p>
          <a:pPr>
            <a:buNone/>
          </a:pPr>
          <a:r>
            <a: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https://python.langchain.com </a:t>
          </a:r>
        </a:p>
      </dgm:t>
    </dgm:pt>
    <dgm:pt modelId="{1C047C6A-C153-42CE-BF83-CE986E969EF3}" type="parTrans" cxnId="{4ABBEBD2-1210-49B6-9D9B-2DE95BE84B7C}">
      <dgm:prSet/>
      <dgm:spPr/>
      <dgm:t>
        <a:bodyPr/>
        <a:lstStyle/>
        <a:p>
          <a:endParaRPr lang="en-US"/>
        </a:p>
      </dgm:t>
    </dgm:pt>
    <dgm:pt modelId="{223BB3DA-4AA2-4891-A908-7A21C75B1EEB}" type="sibTrans" cxnId="{4ABBEBD2-1210-49B6-9D9B-2DE95BE84B7C}">
      <dgm:prSet/>
      <dgm:spPr/>
      <dgm:t>
        <a:bodyPr/>
        <a:lstStyle/>
        <a:p>
          <a:endParaRPr lang="en-US"/>
        </a:p>
      </dgm:t>
    </dgm:pt>
    <dgm:pt modelId="{85F6D309-5E12-457E-8DE4-986D957DF944}">
      <dgm:prSet phldrT="Add an event" custT="1"/>
      <dgm:spPr/>
      <dgm:t>
        <a:bodyPr/>
        <a:lstStyle/>
        <a:p>
          <a:pPr>
            <a:buNone/>
          </a:pPr>
          <a:r>
            <a:rPr lang="en-US" sz="1800" i="1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Ollama</a:t>
          </a:r>
          <a:r>
            <a:rPr lang="en-US" sz="18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: Run large language models locally</a:t>
          </a:r>
          <a:endParaRPr lang="en-US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7E2E12C-E14A-4385-AC6E-B31D28301A7E}" type="parTrans" cxnId="{8CFF6D76-EE68-4F20-8950-2823933A1825}">
      <dgm:prSet/>
      <dgm:spPr/>
      <dgm:t>
        <a:bodyPr/>
        <a:lstStyle/>
        <a:p>
          <a:endParaRPr lang="en-US"/>
        </a:p>
      </dgm:t>
    </dgm:pt>
    <dgm:pt modelId="{6E77BCAE-28A1-4412-A251-8F9745267D99}" type="sibTrans" cxnId="{8CFF6D76-EE68-4F20-8950-2823933A1825}">
      <dgm:prSet/>
      <dgm:spPr/>
      <dgm:t>
        <a:bodyPr/>
        <a:lstStyle/>
        <a:p>
          <a:endParaRPr lang="en-US"/>
        </a:p>
      </dgm:t>
    </dgm:pt>
    <dgm:pt modelId="{FF39EC45-3F09-4890-BD76-9113328652B4}">
      <dgm:prSet phldrT="Write a description of the significance of this event" custT="1"/>
      <dgm:spPr/>
      <dgm:t>
        <a:bodyPr/>
        <a:lstStyle/>
        <a:p>
          <a:pPr>
            <a:buNone/>
          </a:pPr>
          <a:r>
            <a: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https://ollama.ai </a:t>
          </a:r>
        </a:p>
      </dgm:t>
    </dgm:pt>
    <dgm:pt modelId="{03B1216B-8117-4C6D-848A-56548F41789D}" type="parTrans" cxnId="{F008012A-47C7-4B3D-8796-1E9A0FDE4FBC}">
      <dgm:prSet/>
      <dgm:spPr/>
      <dgm:t>
        <a:bodyPr/>
        <a:lstStyle/>
        <a:p>
          <a:endParaRPr lang="en-US"/>
        </a:p>
      </dgm:t>
    </dgm:pt>
    <dgm:pt modelId="{1D454A49-7E31-407F-A542-626FCD8828AE}" type="sibTrans" cxnId="{F008012A-47C7-4B3D-8796-1E9A0FDE4FBC}">
      <dgm:prSet/>
      <dgm:spPr/>
      <dgm:t>
        <a:bodyPr/>
        <a:lstStyle/>
        <a:p>
          <a:endParaRPr lang="en-US"/>
        </a:p>
      </dgm:t>
    </dgm:pt>
    <dgm:pt modelId="{323052F9-272A-4045-B041-5568602C0006}">
      <dgm:prSet phldrT="Add an event" custT="1"/>
      <dgm:spPr/>
      <dgm:t>
        <a:bodyPr/>
        <a:lstStyle/>
        <a:p>
          <a:pPr>
            <a:buNone/>
          </a:pPr>
          <a:r>
            <a:rPr lang="en-US" sz="1800" i="1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Streamlit</a:t>
          </a:r>
          <a:r>
            <a:rPr lang="en-US" sz="18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documentation</a:t>
          </a:r>
          <a:endParaRPr lang="en-US" sz="18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675869F-F672-41A7-9CD8-6708C0ED60D7}" type="parTrans" cxnId="{5881E961-8ED3-4ABF-9AD9-D101D33F80AA}">
      <dgm:prSet/>
      <dgm:spPr/>
      <dgm:t>
        <a:bodyPr/>
        <a:lstStyle/>
        <a:p>
          <a:endParaRPr lang="en-US"/>
        </a:p>
      </dgm:t>
    </dgm:pt>
    <dgm:pt modelId="{073238DA-0694-45D3-BC60-2E5F99DCB9A4}" type="sibTrans" cxnId="{5881E961-8ED3-4ABF-9AD9-D101D33F80AA}">
      <dgm:prSet/>
      <dgm:spPr/>
      <dgm:t>
        <a:bodyPr/>
        <a:lstStyle/>
        <a:p>
          <a:endParaRPr lang="en-US"/>
        </a:p>
      </dgm:t>
    </dgm:pt>
    <dgm:pt modelId="{0B03FA2E-702C-4086-A0DE-69F9DE72C5DC}">
      <dgm:prSet phldrT="Write a description of the significance of this event" custT="1"/>
      <dgm:spPr/>
      <dgm:t>
        <a:bodyPr/>
        <a:lstStyle/>
        <a:p>
          <a:pPr>
            <a:buNone/>
          </a:pPr>
          <a:r>
            <a: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https://streamlit.io</a:t>
          </a:r>
        </a:p>
      </dgm:t>
    </dgm:pt>
    <dgm:pt modelId="{D474FB1A-7B97-42D3-9603-CBA109B6390B}" type="parTrans" cxnId="{C33D7483-D4AF-4E44-AD11-22284E458F93}">
      <dgm:prSet/>
      <dgm:spPr/>
      <dgm:t>
        <a:bodyPr/>
        <a:lstStyle/>
        <a:p>
          <a:endParaRPr lang="en-US"/>
        </a:p>
      </dgm:t>
    </dgm:pt>
    <dgm:pt modelId="{21C4EAD0-BCAF-446E-9F05-F050F24A3EC2}" type="sibTrans" cxnId="{C33D7483-D4AF-4E44-AD11-22284E458F93}">
      <dgm:prSet/>
      <dgm:spPr/>
      <dgm:t>
        <a:bodyPr/>
        <a:lstStyle/>
        <a:p>
          <a:endParaRPr lang="en-US"/>
        </a:p>
      </dgm:t>
    </dgm:pt>
    <dgm:pt modelId="{1BC8227D-24E1-4F17-B001-5146A27862D9}" type="pres">
      <dgm:prSet presAssocID="{20EA62DF-B77F-4484-A8E1-28CBFEED1CF6}" presName="outerComposite" presStyleCnt="0">
        <dgm:presLayoutVars>
          <dgm:chMax val="5"/>
          <dgm:dir/>
          <dgm:resizeHandles val="exact"/>
        </dgm:presLayoutVars>
      </dgm:prSet>
      <dgm:spPr/>
    </dgm:pt>
    <dgm:pt modelId="{75FA9AC6-30A7-4AA7-9580-12694AC63104}" type="pres">
      <dgm:prSet presAssocID="{20EA62DF-B77F-4484-A8E1-28CBFEED1CF6}" presName="dummyMaxCanvas" presStyleCnt="0">
        <dgm:presLayoutVars/>
      </dgm:prSet>
      <dgm:spPr/>
    </dgm:pt>
    <dgm:pt modelId="{4BEB170C-0F01-4927-93E0-94EA9560F571}" type="pres">
      <dgm:prSet presAssocID="{20EA62DF-B77F-4484-A8E1-28CBFEED1CF6}" presName="FourNodes_1" presStyleLbl="node1" presStyleIdx="0" presStyleCnt="4">
        <dgm:presLayoutVars>
          <dgm:bulletEnabled val="1"/>
        </dgm:presLayoutVars>
      </dgm:prSet>
      <dgm:spPr/>
    </dgm:pt>
    <dgm:pt modelId="{BD24D5FF-2277-46DD-B4B1-55EAF15ED5A8}" type="pres">
      <dgm:prSet presAssocID="{20EA62DF-B77F-4484-A8E1-28CBFEED1CF6}" presName="FourNodes_2" presStyleLbl="node1" presStyleIdx="1" presStyleCnt="4">
        <dgm:presLayoutVars>
          <dgm:bulletEnabled val="1"/>
        </dgm:presLayoutVars>
      </dgm:prSet>
      <dgm:spPr/>
    </dgm:pt>
    <dgm:pt modelId="{B69E0795-5EFF-493B-AC87-17531C6176BD}" type="pres">
      <dgm:prSet presAssocID="{20EA62DF-B77F-4484-A8E1-28CBFEED1CF6}" presName="FourNodes_3" presStyleLbl="node1" presStyleIdx="2" presStyleCnt="4">
        <dgm:presLayoutVars>
          <dgm:bulletEnabled val="1"/>
        </dgm:presLayoutVars>
      </dgm:prSet>
      <dgm:spPr/>
    </dgm:pt>
    <dgm:pt modelId="{FF998866-0180-46A1-B008-EC731EC1F467}" type="pres">
      <dgm:prSet presAssocID="{20EA62DF-B77F-4484-A8E1-28CBFEED1CF6}" presName="FourNodes_4" presStyleLbl="node1" presStyleIdx="3" presStyleCnt="4">
        <dgm:presLayoutVars>
          <dgm:bulletEnabled val="1"/>
        </dgm:presLayoutVars>
      </dgm:prSet>
      <dgm:spPr/>
    </dgm:pt>
    <dgm:pt modelId="{AF40AA62-8536-4F61-B382-CF5488BFA672}" type="pres">
      <dgm:prSet presAssocID="{20EA62DF-B77F-4484-A8E1-28CBFEED1CF6}" presName="FourConn_1-2" presStyleLbl="fgAccFollowNode1" presStyleIdx="0" presStyleCnt="3">
        <dgm:presLayoutVars>
          <dgm:bulletEnabled val="1"/>
        </dgm:presLayoutVars>
      </dgm:prSet>
      <dgm:spPr/>
    </dgm:pt>
    <dgm:pt modelId="{6EDCD7BD-3DA6-4E2A-A6A4-465710D5A106}" type="pres">
      <dgm:prSet presAssocID="{20EA62DF-B77F-4484-A8E1-28CBFEED1CF6}" presName="FourConn_2-3" presStyleLbl="fgAccFollowNode1" presStyleIdx="1" presStyleCnt="3">
        <dgm:presLayoutVars>
          <dgm:bulletEnabled val="1"/>
        </dgm:presLayoutVars>
      </dgm:prSet>
      <dgm:spPr/>
    </dgm:pt>
    <dgm:pt modelId="{82EFBEB6-4189-4DDE-83F6-51E71BDD8DD8}" type="pres">
      <dgm:prSet presAssocID="{20EA62DF-B77F-4484-A8E1-28CBFEED1CF6}" presName="FourConn_3-4" presStyleLbl="fgAccFollowNode1" presStyleIdx="2" presStyleCnt="3">
        <dgm:presLayoutVars>
          <dgm:bulletEnabled val="1"/>
        </dgm:presLayoutVars>
      </dgm:prSet>
      <dgm:spPr/>
    </dgm:pt>
    <dgm:pt modelId="{063811C8-D849-49FA-8D28-2A112E52A545}" type="pres">
      <dgm:prSet presAssocID="{20EA62DF-B77F-4484-A8E1-28CBFEED1CF6}" presName="FourNodes_1_text" presStyleLbl="node1" presStyleIdx="3" presStyleCnt="4">
        <dgm:presLayoutVars>
          <dgm:bulletEnabled val="1"/>
        </dgm:presLayoutVars>
      </dgm:prSet>
      <dgm:spPr/>
    </dgm:pt>
    <dgm:pt modelId="{B247B26E-091A-45D9-B7D3-D1D4EF3B2051}" type="pres">
      <dgm:prSet presAssocID="{20EA62DF-B77F-4484-A8E1-28CBFEED1CF6}" presName="FourNodes_2_text" presStyleLbl="node1" presStyleIdx="3" presStyleCnt="4">
        <dgm:presLayoutVars>
          <dgm:bulletEnabled val="1"/>
        </dgm:presLayoutVars>
      </dgm:prSet>
      <dgm:spPr/>
    </dgm:pt>
    <dgm:pt modelId="{44F470D3-1113-4082-8F7C-18AC6A62E32A}" type="pres">
      <dgm:prSet presAssocID="{20EA62DF-B77F-4484-A8E1-28CBFEED1CF6}" presName="FourNodes_3_text" presStyleLbl="node1" presStyleIdx="3" presStyleCnt="4">
        <dgm:presLayoutVars>
          <dgm:bulletEnabled val="1"/>
        </dgm:presLayoutVars>
      </dgm:prSet>
      <dgm:spPr/>
    </dgm:pt>
    <dgm:pt modelId="{89C7E737-F027-4008-A6F8-35FFB183405C}" type="pres">
      <dgm:prSet presAssocID="{20EA62DF-B77F-4484-A8E1-28CBFEED1CF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A2F47F06-0BCE-42E7-8493-D9B25381202E}" type="presOf" srcId="{8F682BA5-34E7-43D7-A5A5-AF992C880C5D}" destId="{4BEB170C-0F01-4927-93E0-94EA9560F571}" srcOrd="0" destOrd="0" presId="urn:microsoft.com/office/officeart/2005/8/layout/vProcess5"/>
    <dgm:cxn modelId="{4200AD0F-1B49-4E53-AF16-A10416E7ECB2}" type="presOf" srcId="{8F682BA5-34E7-43D7-A5A5-AF992C880C5D}" destId="{063811C8-D849-49FA-8D28-2A112E52A545}" srcOrd="1" destOrd="0" presId="urn:microsoft.com/office/officeart/2005/8/layout/vProcess5"/>
    <dgm:cxn modelId="{12896D10-DF64-4EF5-90B5-C6E5D66A64D4}" type="presOf" srcId="{85F6D309-5E12-457E-8DE4-986D957DF944}" destId="{44F470D3-1113-4082-8F7C-18AC6A62E32A}" srcOrd="1" destOrd="0" presId="urn:microsoft.com/office/officeart/2005/8/layout/vProcess5"/>
    <dgm:cxn modelId="{04857916-7B4F-433F-8075-6D28CF10BC85}" type="presOf" srcId="{F24894DA-F3B7-4118-B59E-3674473AC19A}" destId="{063811C8-D849-49FA-8D28-2A112E52A545}" srcOrd="1" destOrd="1" presId="urn:microsoft.com/office/officeart/2005/8/layout/vProcess5"/>
    <dgm:cxn modelId="{F008012A-47C7-4B3D-8796-1E9A0FDE4FBC}" srcId="{85F6D309-5E12-457E-8DE4-986D957DF944}" destId="{FF39EC45-3F09-4890-BD76-9113328652B4}" srcOrd="0" destOrd="0" parTransId="{03B1216B-8117-4C6D-848A-56548F41789D}" sibTransId="{1D454A49-7E31-407F-A542-626FCD8828AE}"/>
    <dgm:cxn modelId="{DBAA562A-15A3-44CE-8241-3874A3111636}" type="presOf" srcId="{20EA62DF-B77F-4484-A8E1-28CBFEED1CF6}" destId="{1BC8227D-24E1-4F17-B001-5146A27862D9}" srcOrd="0" destOrd="0" presId="urn:microsoft.com/office/officeart/2005/8/layout/vProcess5"/>
    <dgm:cxn modelId="{FA66CF31-449F-4CD5-9A45-1AC821F8C2FD}" srcId="{20EA62DF-B77F-4484-A8E1-28CBFEED1CF6}" destId="{8F682BA5-34E7-43D7-A5A5-AF992C880C5D}" srcOrd="0" destOrd="0" parTransId="{37328289-6AF3-4956-AC5C-BB0BEDAAA6DE}" sibTransId="{00916476-7FF9-45D4-9417-CB66C255842F}"/>
    <dgm:cxn modelId="{83DDDC37-A8A6-4A5D-9578-7ACECDE1D751}" type="presOf" srcId="{F24894DA-F3B7-4118-B59E-3674473AC19A}" destId="{4BEB170C-0F01-4927-93E0-94EA9560F571}" srcOrd="0" destOrd="1" presId="urn:microsoft.com/office/officeart/2005/8/layout/vProcess5"/>
    <dgm:cxn modelId="{3387A53B-9516-4B3A-8C29-1645F5DA50B2}" type="presOf" srcId="{4EC02CCF-A448-42A6-A152-6D9DDE27DE7C}" destId="{B247B26E-091A-45D9-B7D3-D1D4EF3B2051}" srcOrd="1" destOrd="0" presId="urn:microsoft.com/office/officeart/2005/8/layout/vProcess5"/>
    <dgm:cxn modelId="{5881E961-8ED3-4ABF-9AD9-D101D33F80AA}" srcId="{20EA62DF-B77F-4484-A8E1-28CBFEED1CF6}" destId="{323052F9-272A-4045-B041-5568602C0006}" srcOrd="3" destOrd="0" parTransId="{5675869F-F672-41A7-9CD8-6708C0ED60D7}" sibTransId="{073238DA-0694-45D3-BC60-2E5F99DCB9A4}"/>
    <dgm:cxn modelId="{6C4BAF65-F4F2-4612-8940-4B9F8C1FD981}" srcId="{20EA62DF-B77F-4484-A8E1-28CBFEED1CF6}" destId="{4EC02CCF-A448-42A6-A152-6D9DDE27DE7C}" srcOrd="1" destOrd="0" parTransId="{D5A0DF21-6D9E-4177-B660-74D5F30E9F23}" sibTransId="{0A46078A-CB4C-446E-8043-671AE853C372}"/>
    <dgm:cxn modelId="{2207FA46-0ADC-45EA-9749-B1C115BDAB9A}" type="presOf" srcId="{6E77BCAE-28A1-4412-A251-8F9745267D99}" destId="{82EFBEB6-4189-4DDE-83F6-51E71BDD8DD8}" srcOrd="0" destOrd="0" presId="urn:microsoft.com/office/officeart/2005/8/layout/vProcess5"/>
    <dgm:cxn modelId="{47E3A44B-C7EB-4C35-8BC4-EFA8D1FEA3A0}" type="presOf" srcId="{FF39EC45-3F09-4890-BD76-9113328652B4}" destId="{44F470D3-1113-4082-8F7C-18AC6A62E32A}" srcOrd="1" destOrd="1" presId="urn:microsoft.com/office/officeart/2005/8/layout/vProcess5"/>
    <dgm:cxn modelId="{7E6BD76D-E151-4C70-8D5F-D8A6E7385053}" type="presOf" srcId="{8DA09C5B-764A-4307-9E8F-D0B32536D440}" destId="{BD24D5FF-2277-46DD-B4B1-55EAF15ED5A8}" srcOrd="0" destOrd="1" presId="urn:microsoft.com/office/officeart/2005/8/layout/vProcess5"/>
    <dgm:cxn modelId="{0B50C472-EB4F-44EF-9187-C1D87FD624FE}" type="presOf" srcId="{323052F9-272A-4045-B041-5568602C0006}" destId="{89C7E737-F027-4008-A6F8-35FFB183405C}" srcOrd="1" destOrd="0" presId="urn:microsoft.com/office/officeart/2005/8/layout/vProcess5"/>
    <dgm:cxn modelId="{8CFF6D76-EE68-4F20-8950-2823933A1825}" srcId="{20EA62DF-B77F-4484-A8E1-28CBFEED1CF6}" destId="{85F6D309-5E12-457E-8DE4-986D957DF944}" srcOrd="2" destOrd="0" parTransId="{67E2E12C-E14A-4385-AC6E-B31D28301A7E}" sibTransId="{6E77BCAE-28A1-4412-A251-8F9745267D99}"/>
    <dgm:cxn modelId="{B88F225A-84B5-47A2-A670-5E865F5FC0AE}" srcId="{8F682BA5-34E7-43D7-A5A5-AF992C880C5D}" destId="{F24894DA-F3B7-4118-B59E-3674473AC19A}" srcOrd="0" destOrd="0" parTransId="{13EACCB5-A9B7-4967-B6C7-E81AF235EEA7}" sibTransId="{2F16EC4B-93E8-4EF8-A220-3AE4D25A1548}"/>
    <dgm:cxn modelId="{B076317D-28AC-4140-B494-380E22CA42F3}" type="presOf" srcId="{4EC02CCF-A448-42A6-A152-6D9DDE27DE7C}" destId="{BD24D5FF-2277-46DD-B4B1-55EAF15ED5A8}" srcOrd="0" destOrd="0" presId="urn:microsoft.com/office/officeart/2005/8/layout/vProcess5"/>
    <dgm:cxn modelId="{C7A86580-9D3B-4769-9CCF-A0E3C0B10217}" type="presOf" srcId="{323052F9-272A-4045-B041-5568602C0006}" destId="{FF998866-0180-46A1-B008-EC731EC1F467}" srcOrd="0" destOrd="0" presId="urn:microsoft.com/office/officeart/2005/8/layout/vProcess5"/>
    <dgm:cxn modelId="{C33D7483-D4AF-4E44-AD11-22284E458F93}" srcId="{323052F9-272A-4045-B041-5568602C0006}" destId="{0B03FA2E-702C-4086-A0DE-69F9DE72C5DC}" srcOrd="0" destOrd="0" parTransId="{D474FB1A-7B97-42D3-9603-CBA109B6390B}" sibTransId="{21C4EAD0-BCAF-446E-9F05-F050F24A3EC2}"/>
    <dgm:cxn modelId="{C5F22D99-5711-4CB8-A4E1-8B319C4B2D44}" type="presOf" srcId="{00916476-7FF9-45D4-9417-CB66C255842F}" destId="{AF40AA62-8536-4F61-B382-CF5488BFA672}" srcOrd="0" destOrd="0" presId="urn:microsoft.com/office/officeart/2005/8/layout/vProcess5"/>
    <dgm:cxn modelId="{E4A52B9C-97DE-4970-8462-ECECC926196F}" type="presOf" srcId="{8DA09C5B-764A-4307-9E8F-D0B32536D440}" destId="{B247B26E-091A-45D9-B7D3-D1D4EF3B2051}" srcOrd="1" destOrd="1" presId="urn:microsoft.com/office/officeart/2005/8/layout/vProcess5"/>
    <dgm:cxn modelId="{4ABBEBD2-1210-49B6-9D9B-2DE95BE84B7C}" srcId="{4EC02CCF-A448-42A6-A152-6D9DDE27DE7C}" destId="{8DA09C5B-764A-4307-9E8F-D0B32536D440}" srcOrd="0" destOrd="0" parTransId="{1C047C6A-C153-42CE-BF83-CE986E969EF3}" sibTransId="{223BB3DA-4AA2-4891-A908-7A21C75B1EEB}"/>
    <dgm:cxn modelId="{3BEA5FDA-F567-42DB-AA09-DC1A09B80EF3}" type="presOf" srcId="{0A46078A-CB4C-446E-8043-671AE853C372}" destId="{6EDCD7BD-3DA6-4E2A-A6A4-465710D5A106}" srcOrd="0" destOrd="0" presId="urn:microsoft.com/office/officeart/2005/8/layout/vProcess5"/>
    <dgm:cxn modelId="{80D82ADD-E8BC-4071-B16C-DBD7F7F200E4}" type="presOf" srcId="{FF39EC45-3F09-4890-BD76-9113328652B4}" destId="{B69E0795-5EFF-493B-AC87-17531C6176BD}" srcOrd="0" destOrd="1" presId="urn:microsoft.com/office/officeart/2005/8/layout/vProcess5"/>
    <dgm:cxn modelId="{2CF84FEA-5A59-4A4F-974E-4345FABA7E6F}" type="presOf" srcId="{85F6D309-5E12-457E-8DE4-986D957DF944}" destId="{B69E0795-5EFF-493B-AC87-17531C6176BD}" srcOrd="0" destOrd="0" presId="urn:microsoft.com/office/officeart/2005/8/layout/vProcess5"/>
    <dgm:cxn modelId="{90FDC3EF-F3B9-400D-A6D8-D7A561A9EE08}" type="presOf" srcId="{0B03FA2E-702C-4086-A0DE-69F9DE72C5DC}" destId="{89C7E737-F027-4008-A6F8-35FFB183405C}" srcOrd="1" destOrd="1" presId="urn:microsoft.com/office/officeart/2005/8/layout/vProcess5"/>
    <dgm:cxn modelId="{2E4481F0-9DEB-408B-851D-47097909B22C}" type="presOf" srcId="{0B03FA2E-702C-4086-A0DE-69F9DE72C5DC}" destId="{FF998866-0180-46A1-B008-EC731EC1F467}" srcOrd="0" destOrd="1" presId="urn:microsoft.com/office/officeart/2005/8/layout/vProcess5"/>
    <dgm:cxn modelId="{EECEA3DC-8676-4A6F-974F-EA1F077CFCB8}" type="presParOf" srcId="{1BC8227D-24E1-4F17-B001-5146A27862D9}" destId="{75FA9AC6-30A7-4AA7-9580-12694AC63104}" srcOrd="0" destOrd="0" presId="urn:microsoft.com/office/officeart/2005/8/layout/vProcess5"/>
    <dgm:cxn modelId="{AC4BA01C-F26F-4EB7-9B1E-2154D6609E1E}" type="presParOf" srcId="{1BC8227D-24E1-4F17-B001-5146A27862D9}" destId="{4BEB170C-0F01-4927-93E0-94EA9560F571}" srcOrd="1" destOrd="0" presId="urn:microsoft.com/office/officeart/2005/8/layout/vProcess5"/>
    <dgm:cxn modelId="{59DBA6B8-DF37-48BE-B11C-5039E213EC7A}" type="presParOf" srcId="{1BC8227D-24E1-4F17-B001-5146A27862D9}" destId="{BD24D5FF-2277-46DD-B4B1-55EAF15ED5A8}" srcOrd="2" destOrd="0" presId="urn:microsoft.com/office/officeart/2005/8/layout/vProcess5"/>
    <dgm:cxn modelId="{C6432D97-8A44-4720-AFFE-E863FE073C01}" type="presParOf" srcId="{1BC8227D-24E1-4F17-B001-5146A27862D9}" destId="{B69E0795-5EFF-493B-AC87-17531C6176BD}" srcOrd="3" destOrd="0" presId="urn:microsoft.com/office/officeart/2005/8/layout/vProcess5"/>
    <dgm:cxn modelId="{FD176E2A-7D82-46F4-8F8F-D34C58749716}" type="presParOf" srcId="{1BC8227D-24E1-4F17-B001-5146A27862D9}" destId="{FF998866-0180-46A1-B008-EC731EC1F467}" srcOrd="4" destOrd="0" presId="urn:microsoft.com/office/officeart/2005/8/layout/vProcess5"/>
    <dgm:cxn modelId="{803191F4-7D21-43D3-8B72-176ADEE7737B}" type="presParOf" srcId="{1BC8227D-24E1-4F17-B001-5146A27862D9}" destId="{AF40AA62-8536-4F61-B382-CF5488BFA672}" srcOrd="5" destOrd="0" presId="urn:microsoft.com/office/officeart/2005/8/layout/vProcess5"/>
    <dgm:cxn modelId="{1BDFA8FC-A22A-456B-BE27-5B4DCE4A4EB5}" type="presParOf" srcId="{1BC8227D-24E1-4F17-B001-5146A27862D9}" destId="{6EDCD7BD-3DA6-4E2A-A6A4-465710D5A106}" srcOrd="6" destOrd="0" presId="urn:microsoft.com/office/officeart/2005/8/layout/vProcess5"/>
    <dgm:cxn modelId="{08E1A7CA-17F5-4E53-BB66-5FF117C2F2CD}" type="presParOf" srcId="{1BC8227D-24E1-4F17-B001-5146A27862D9}" destId="{82EFBEB6-4189-4DDE-83F6-51E71BDD8DD8}" srcOrd="7" destOrd="0" presId="urn:microsoft.com/office/officeart/2005/8/layout/vProcess5"/>
    <dgm:cxn modelId="{222DA244-C597-4CCE-B705-F63B37C0AE86}" type="presParOf" srcId="{1BC8227D-24E1-4F17-B001-5146A27862D9}" destId="{063811C8-D849-49FA-8D28-2A112E52A545}" srcOrd="8" destOrd="0" presId="urn:microsoft.com/office/officeart/2005/8/layout/vProcess5"/>
    <dgm:cxn modelId="{9DCEB93D-9D7D-41FC-8C5B-73210BA27E87}" type="presParOf" srcId="{1BC8227D-24E1-4F17-B001-5146A27862D9}" destId="{B247B26E-091A-45D9-B7D3-D1D4EF3B2051}" srcOrd="9" destOrd="0" presId="urn:microsoft.com/office/officeart/2005/8/layout/vProcess5"/>
    <dgm:cxn modelId="{211F935A-1E4A-4C7C-B9F1-72015FB183A3}" type="presParOf" srcId="{1BC8227D-24E1-4F17-B001-5146A27862D9}" destId="{44F470D3-1113-4082-8F7C-18AC6A62E32A}" srcOrd="10" destOrd="0" presId="urn:microsoft.com/office/officeart/2005/8/layout/vProcess5"/>
    <dgm:cxn modelId="{67B6B853-35E4-4826-B493-F1DA64D7266E}" type="presParOf" srcId="{1BC8227D-24E1-4F17-B001-5146A27862D9}" destId="{89C7E737-F027-4008-A6F8-35FFB183405C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6A5094-B353-40F2-B0DF-BB16954720C6}">
      <dsp:nvSpPr>
        <dsp:cNvPr id="0" name=""/>
        <dsp:cNvSpPr/>
      </dsp:nvSpPr>
      <dsp:spPr>
        <a:xfrm>
          <a:off x="776525" y="0"/>
          <a:ext cx="8800623" cy="36957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6876F0-F339-49D6-BB52-A58A98D7AB56}">
      <dsp:nvSpPr>
        <dsp:cNvPr id="0" name=""/>
        <dsp:cNvSpPr/>
      </dsp:nvSpPr>
      <dsp:spPr>
        <a:xfrm>
          <a:off x="5181" y="1108710"/>
          <a:ext cx="2492364" cy="1478280"/>
        </a:xfrm>
        <a:prstGeom prst="roundRect">
          <a:avLst/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 Bold"/>
            </a:rPr>
            <a:t>Develop an AI-powered academic advising assistant</a:t>
          </a:r>
          <a:endParaRPr lang="en-US" sz="2100" b="0" kern="120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77345" y="1180874"/>
        <a:ext cx="2348036" cy="1333952"/>
      </dsp:txXfrm>
    </dsp:sp>
    <dsp:sp modelId="{2EE22D51-1DCD-4304-BF7A-89A5E57FD0CC}">
      <dsp:nvSpPr>
        <dsp:cNvPr id="0" name=""/>
        <dsp:cNvSpPr/>
      </dsp:nvSpPr>
      <dsp:spPr>
        <a:xfrm>
          <a:off x="2622164" y="1108710"/>
          <a:ext cx="2492364" cy="1478280"/>
        </a:xfrm>
        <a:prstGeom prst="roundRect">
          <a:avLst/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An</a:t>
          </a:r>
          <a:r>
            <a:rPr lang="en-US" sz="2100" b="0" u="none" strike="noStrike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swers student questions about courses and programs </a:t>
          </a:r>
          <a:endParaRPr lang="en-US" sz="2100" b="0" kern="1200" dirty="0">
            <a:solidFill>
              <a:schemeClr val="tx1"/>
            </a:solidFill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694328" y="1180874"/>
        <a:ext cx="2348036" cy="1333952"/>
      </dsp:txXfrm>
    </dsp:sp>
    <dsp:sp modelId="{7CDCDC6A-F696-4195-A315-9F5A1B4A59DD}">
      <dsp:nvSpPr>
        <dsp:cNvPr id="0" name=""/>
        <dsp:cNvSpPr/>
      </dsp:nvSpPr>
      <dsp:spPr>
        <a:xfrm>
          <a:off x="5239146" y="1108710"/>
          <a:ext cx="2492364" cy="1478280"/>
        </a:xfrm>
        <a:prstGeom prst="roundRect">
          <a:avLst/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Use RAG, </a:t>
          </a:r>
          <a:r>
            <a:rPr lang="en-US" sz="2100" b="0" kern="1200" dirty="0" err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LangChain</a:t>
          </a:r>
          <a:r>
            <a:rPr lang="en-US" sz="2100" b="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, and LLMs</a:t>
          </a:r>
        </a:p>
      </dsp:txBody>
      <dsp:txXfrm>
        <a:off x="5311310" y="1180874"/>
        <a:ext cx="2348036" cy="1333952"/>
      </dsp:txXfrm>
    </dsp:sp>
    <dsp:sp modelId="{EB49286C-3008-4CF5-8E65-4A7F5F730F95}">
      <dsp:nvSpPr>
        <dsp:cNvPr id="0" name=""/>
        <dsp:cNvSpPr/>
      </dsp:nvSpPr>
      <dsp:spPr>
        <a:xfrm>
          <a:off x="7856128" y="1108710"/>
          <a:ext cx="2492364" cy="1478280"/>
        </a:xfrm>
        <a:prstGeom prst="roundRect">
          <a:avLst/>
        </a:prstGeom>
        <a:solidFill>
          <a:schemeClr val="accent1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Deploy a </a:t>
          </a:r>
          <a:r>
            <a:rPr lang="en-US" sz="2100" b="0" kern="1200" dirty="0" err="1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Streamlit</a:t>
          </a:r>
          <a:r>
            <a:rPr lang="en-US" sz="2100" b="0" kern="12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application</a:t>
          </a:r>
        </a:p>
      </dsp:txBody>
      <dsp:txXfrm>
        <a:off x="7928292" y="1180874"/>
        <a:ext cx="2348036" cy="13339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B00243-F7DB-4EE8-9F4E-336B03C796BA}">
      <dsp:nvSpPr>
        <dsp:cNvPr id="0" name=""/>
        <dsp:cNvSpPr/>
      </dsp:nvSpPr>
      <dsp:spPr>
        <a:xfrm>
          <a:off x="814568" y="1192917"/>
          <a:ext cx="517557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439AA4-6FF8-40E4-8857-8A5BCE230566}">
      <dsp:nvSpPr>
        <dsp:cNvPr id="0" name=""/>
        <dsp:cNvSpPr/>
      </dsp:nvSpPr>
      <dsp:spPr>
        <a:xfrm>
          <a:off x="1287763" y="1132621"/>
          <a:ext cx="68021" cy="127722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75" tIns="165100" rIns="23475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 Bold"/>
            </a:rPr>
            <a:t>I</a:t>
          </a:r>
          <a:r>
            <a:rPr lang="en-US" sz="1800" kern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nstitutional advising documents were collected and processed.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14180" y="1746993"/>
        <a:ext cx="1252901" cy="2140540"/>
      </dsp:txXfrm>
    </dsp:sp>
    <dsp:sp modelId="{30E6ABC0-BD6B-45F7-8863-7ADBDEFDE54D}">
      <dsp:nvSpPr>
        <dsp:cNvPr id="0" name=""/>
        <dsp:cNvSpPr/>
      </dsp:nvSpPr>
      <dsp:spPr>
        <a:xfrm>
          <a:off x="545948" y="998270"/>
          <a:ext cx="389366" cy="3893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0" tIns="15110" rIns="15110" bIns="1511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1</a:t>
          </a:r>
        </a:p>
      </dsp:txBody>
      <dsp:txXfrm>
        <a:off x="602969" y="1055291"/>
        <a:ext cx="275324" cy="275324"/>
      </dsp:txXfrm>
    </dsp:sp>
    <dsp:sp modelId="{5FF86D81-C186-41D1-8DBC-803B3A50D5DE}">
      <dsp:nvSpPr>
        <dsp:cNvPr id="0" name=""/>
        <dsp:cNvSpPr/>
      </dsp:nvSpPr>
      <dsp:spPr>
        <a:xfrm>
          <a:off x="740595" y="1459613"/>
          <a:ext cx="72" cy="248348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91AA7A-F06A-4AE1-9D4D-182A57A71E3A}">
      <dsp:nvSpPr>
        <dsp:cNvPr id="0" name=""/>
        <dsp:cNvSpPr/>
      </dsp:nvSpPr>
      <dsp:spPr>
        <a:xfrm>
          <a:off x="75200" y="1708013"/>
          <a:ext cx="1330861" cy="22185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75" tIns="165100" rIns="23475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 Bold"/>
            </a:rPr>
            <a:t>I</a:t>
          </a:r>
          <a:r>
            <a:rPr lang="en-US" sz="1800" kern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nstitutional advising documents were collected and processed.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14180" y="1746993"/>
        <a:ext cx="1252901" cy="2140540"/>
      </dsp:txXfrm>
    </dsp:sp>
    <dsp:sp modelId="{9E60EA5D-D441-433D-B233-5D57E7C6C075}">
      <dsp:nvSpPr>
        <dsp:cNvPr id="0" name=""/>
        <dsp:cNvSpPr/>
      </dsp:nvSpPr>
      <dsp:spPr>
        <a:xfrm>
          <a:off x="1479999" y="1192889"/>
          <a:ext cx="1330861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53243B-F3CA-4907-A315-B0982EABCED2}">
      <dsp:nvSpPr>
        <dsp:cNvPr id="0" name=""/>
        <dsp:cNvSpPr/>
      </dsp:nvSpPr>
      <dsp:spPr>
        <a:xfrm>
          <a:off x="2766498" y="1132593"/>
          <a:ext cx="68021" cy="127744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75" tIns="165100" rIns="23475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Documents converted into text and split into chunks.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592915" y="1746993"/>
        <a:ext cx="1252901" cy="2140540"/>
      </dsp:txXfrm>
    </dsp:sp>
    <dsp:sp modelId="{FBFE8C01-76A0-45F2-8D34-7AEFE36DF295}">
      <dsp:nvSpPr>
        <dsp:cNvPr id="0" name=""/>
        <dsp:cNvSpPr/>
      </dsp:nvSpPr>
      <dsp:spPr>
        <a:xfrm>
          <a:off x="2024683" y="998242"/>
          <a:ext cx="389366" cy="3893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0" tIns="15110" rIns="15110" bIns="1511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2</a:t>
          </a:r>
        </a:p>
      </dsp:txBody>
      <dsp:txXfrm>
        <a:off x="2081704" y="1055263"/>
        <a:ext cx="275324" cy="275324"/>
      </dsp:txXfrm>
    </dsp:sp>
    <dsp:sp modelId="{3D739CB4-B04E-4FEA-89A4-A3E3C25902B7}">
      <dsp:nvSpPr>
        <dsp:cNvPr id="0" name=""/>
        <dsp:cNvSpPr/>
      </dsp:nvSpPr>
      <dsp:spPr>
        <a:xfrm>
          <a:off x="2219330" y="1459598"/>
          <a:ext cx="72" cy="24839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D02939-76A1-4D68-B0E4-0D67CF3B253D}">
      <dsp:nvSpPr>
        <dsp:cNvPr id="0" name=""/>
        <dsp:cNvSpPr/>
      </dsp:nvSpPr>
      <dsp:spPr>
        <a:xfrm>
          <a:off x="1553935" y="1708013"/>
          <a:ext cx="1330861" cy="22185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75" tIns="165100" rIns="23475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Documents converted into text and split into chunks.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592915" y="1746993"/>
        <a:ext cx="1252901" cy="2140540"/>
      </dsp:txXfrm>
    </dsp:sp>
    <dsp:sp modelId="{848EC19B-7C5F-4EB7-8AAA-E079D6B6B3E8}">
      <dsp:nvSpPr>
        <dsp:cNvPr id="0" name=""/>
        <dsp:cNvSpPr/>
      </dsp:nvSpPr>
      <dsp:spPr>
        <a:xfrm>
          <a:off x="2958734" y="1192876"/>
          <a:ext cx="1330861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ADE023-8FD7-4699-8F35-AEBF78697186}">
      <dsp:nvSpPr>
        <dsp:cNvPr id="0" name=""/>
        <dsp:cNvSpPr/>
      </dsp:nvSpPr>
      <dsp:spPr>
        <a:xfrm>
          <a:off x="4245234" y="1132579"/>
          <a:ext cx="68021" cy="127754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75" tIns="165100" rIns="23475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Text chunks converted into embeddings.</a:t>
          </a:r>
          <a:r>
            <a:rPr lang="en-US" sz="1800" kern="12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rPr>
            <a:t> </a:t>
          </a:r>
          <a:endParaRPr lang="en-US" sz="1800" kern="1200" dirty="0"/>
        </a:p>
      </dsp:txBody>
      <dsp:txXfrm>
        <a:off x="3071651" y="1746992"/>
        <a:ext cx="1252901" cy="2140540"/>
      </dsp:txXfrm>
    </dsp:sp>
    <dsp:sp modelId="{2F96DCCC-7B8C-4716-B3BC-5BD8F540BC55}">
      <dsp:nvSpPr>
        <dsp:cNvPr id="0" name=""/>
        <dsp:cNvSpPr/>
      </dsp:nvSpPr>
      <dsp:spPr>
        <a:xfrm>
          <a:off x="3503419" y="998229"/>
          <a:ext cx="389366" cy="3893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0" tIns="15110" rIns="15110" bIns="1511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3</a:t>
          </a:r>
        </a:p>
      </dsp:txBody>
      <dsp:txXfrm>
        <a:off x="3560440" y="1055250"/>
        <a:ext cx="275324" cy="275324"/>
      </dsp:txXfrm>
    </dsp:sp>
    <dsp:sp modelId="{FBDE416F-B93F-41BD-85A8-02FCAF978A01}">
      <dsp:nvSpPr>
        <dsp:cNvPr id="0" name=""/>
        <dsp:cNvSpPr/>
      </dsp:nvSpPr>
      <dsp:spPr>
        <a:xfrm>
          <a:off x="3698066" y="1459590"/>
          <a:ext cx="72" cy="248411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146D18-5846-4286-BB50-3C26A8DD4F24}">
      <dsp:nvSpPr>
        <dsp:cNvPr id="0" name=""/>
        <dsp:cNvSpPr/>
      </dsp:nvSpPr>
      <dsp:spPr>
        <a:xfrm>
          <a:off x="3032671" y="1708012"/>
          <a:ext cx="1330861" cy="22185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75" tIns="165100" rIns="23475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Text chunks converted into embeddings.</a:t>
          </a:r>
          <a:r>
            <a:rPr lang="en-US" sz="1800" kern="12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rPr>
            <a:t> </a:t>
          </a:r>
          <a:endParaRPr lang="en-US" sz="1800" kern="1200" dirty="0"/>
        </a:p>
      </dsp:txBody>
      <dsp:txXfrm>
        <a:off x="3071651" y="1746992"/>
        <a:ext cx="1252901" cy="2140540"/>
      </dsp:txXfrm>
    </dsp:sp>
    <dsp:sp modelId="{63499B26-D1D8-49F8-A0F0-D7F45E6C4263}">
      <dsp:nvSpPr>
        <dsp:cNvPr id="0" name=""/>
        <dsp:cNvSpPr/>
      </dsp:nvSpPr>
      <dsp:spPr>
        <a:xfrm>
          <a:off x="4437469" y="1192870"/>
          <a:ext cx="1330861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D71748-153F-4464-AC27-4F8337021763}">
      <dsp:nvSpPr>
        <dsp:cNvPr id="0" name=""/>
        <dsp:cNvSpPr/>
      </dsp:nvSpPr>
      <dsp:spPr>
        <a:xfrm>
          <a:off x="5723969" y="1132574"/>
          <a:ext cx="68021" cy="127758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75" tIns="165100" rIns="23475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Stored in a Chroma vector database.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550386" y="1746992"/>
        <a:ext cx="1252901" cy="2140540"/>
      </dsp:txXfrm>
    </dsp:sp>
    <dsp:sp modelId="{A22929EA-4843-46EF-BDD9-749C988D3C63}">
      <dsp:nvSpPr>
        <dsp:cNvPr id="0" name=""/>
        <dsp:cNvSpPr/>
      </dsp:nvSpPr>
      <dsp:spPr>
        <a:xfrm>
          <a:off x="4982154" y="998223"/>
          <a:ext cx="389366" cy="3893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0" tIns="15110" rIns="15110" bIns="1511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4</a:t>
          </a:r>
        </a:p>
      </dsp:txBody>
      <dsp:txXfrm>
        <a:off x="5039175" y="1055244"/>
        <a:ext cx="275324" cy="275324"/>
      </dsp:txXfrm>
    </dsp:sp>
    <dsp:sp modelId="{3B74F05E-8EA4-4978-BB0F-1AD886818A28}">
      <dsp:nvSpPr>
        <dsp:cNvPr id="0" name=""/>
        <dsp:cNvSpPr/>
      </dsp:nvSpPr>
      <dsp:spPr>
        <a:xfrm>
          <a:off x="5176801" y="1459587"/>
          <a:ext cx="72" cy="2484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B50B8F-2777-4B47-9A97-545E76691998}">
      <dsp:nvSpPr>
        <dsp:cNvPr id="0" name=""/>
        <dsp:cNvSpPr/>
      </dsp:nvSpPr>
      <dsp:spPr>
        <a:xfrm>
          <a:off x="4511406" y="1708012"/>
          <a:ext cx="1330861" cy="22185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75" tIns="165100" rIns="23475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Stored in a Chroma vector database.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550386" y="1746992"/>
        <a:ext cx="1252901" cy="2140540"/>
      </dsp:txXfrm>
    </dsp:sp>
    <dsp:sp modelId="{70A714E5-EEA5-4DB3-A5EA-199C1F2C0670}">
      <dsp:nvSpPr>
        <dsp:cNvPr id="0" name=""/>
        <dsp:cNvSpPr/>
      </dsp:nvSpPr>
      <dsp:spPr>
        <a:xfrm>
          <a:off x="5916205" y="1192867"/>
          <a:ext cx="1330861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F0275A-DBF9-4BA3-BF3B-9C9926BE855B}">
      <dsp:nvSpPr>
        <dsp:cNvPr id="0" name=""/>
        <dsp:cNvSpPr/>
      </dsp:nvSpPr>
      <dsp:spPr>
        <a:xfrm>
          <a:off x="7202704" y="1132571"/>
          <a:ext cx="68021" cy="127761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75" tIns="165100" rIns="23475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User submits a question.</a:t>
          </a:r>
          <a:endParaRPr lang="en-US" sz="1800" kern="1200" dirty="0"/>
        </a:p>
      </dsp:txBody>
      <dsp:txXfrm>
        <a:off x="6029121" y="1746992"/>
        <a:ext cx="1252901" cy="2140540"/>
      </dsp:txXfrm>
    </dsp:sp>
    <dsp:sp modelId="{12B1F8BC-17F5-4C2E-8F89-6B93E02C7E31}">
      <dsp:nvSpPr>
        <dsp:cNvPr id="0" name=""/>
        <dsp:cNvSpPr/>
      </dsp:nvSpPr>
      <dsp:spPr>
        <a:xfrm>
          <a:off x="6460889" y="998220"/>
          <a:ext cx="389366" cy="3893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0" tIns="15110" rIns="15110" bIns="1511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5</a:t>
          </a:r>
        </a:p>
      </dsp:txBody>
      <dsp:txXfrm>
        <a:off x="6517910" y="1055241"/>
        <a:ext cx="275324" cy="275324"/>
      </dsp:txXfrm>
    </dsp:sp>
    <dsp:sp modelId="{C9D1AB4F-387C-4DFB-8A4B-5D42ED7C88AD}">
      <dsp:nvSpPr>
        <dsp:cNvPr id="0" name=""/>
        <dsp:cNvSpPr/>
      </dsp:nvSpPr>
      <dsp:spPr>
        <a:xfrm>
          <a:off x="6655536" y="1459586"/>
          <a:ext cx="72" cy="24842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5DC20B-A48E-4FE3-A911-092E3138CF89}">
      <dsp:nvSpPr>
        <dsp:cNvPr id="0" name=""/>
        <dsp:cNvSpPr/>
      </dsp:nvSpPr>
      <dsp:spPr>
        <a:xfrm>
          <a:off x="5990141" y="1708012"/>
          <a:ext cx="1330861" cy="22185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75" tIns="165100" rIns="23475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User submits a question.</a:t>
          </a:r>
          <a:endParaRPr lang="en-US" sz="1800" kern="1200" dirty="0"/>
        </a:p>
      </dsp:txBody>
      <dsp:txXfrm>
        <a:off x="6029121" y="1746992"/>
        <a:ext cx="1252901" cy="2140540"/>
      </dsp:txXfrm>
    </dsp:sp>
    <dsp:sp modelId="{C931D26D-A47F-4A5C-9317-9826C44CD0EB}">
      <dsp:nvSpPr>
        <dsp:cNvPr id="0" name=""/>
        <dsp:cNvSpPr/>
      </dsp:nvSpPr>
      <dsp:spPr>
        <a:xfrm>
          <a:off x="7394940" y="1192866"/>
          <a:ext cx="1330861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57478C-5890-4F79-B9D3-E10B006ED515}">
      <dsp:nvSpPr>
        <dsp:cNvPr id="0" name=""/>
        <dsp:cNvSpPr/>
      </dsp:nvSpPr>
      <dsp:spPr>
        <a:xfrm>
          <a:off x="8681440" y="1132570"/>
          <a:ext cx="68021" cy="127761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75" tIns="165100" rIns="23475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Relevant document chunks retrieved.</a:t>
          </a:r>
          <a:r>
            <a:rPr lang="en-US" sz="1800" kern="12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rPr>
            <a:t>  </a:t>
          </a:r>
          <a:endParaRPr lang="en-US" sz="1800" kern="1200" dirty="0"/>
        </a:p>
      </dsp:txBody>
      <dsp:txXfrm>
        <a:off x="7507857" y="1746992"/>
        <a:ext cx="1252901" cy="2140540"/>
      </dsp:txXfrm>
    </dsp:sp>
    <dsp:sp modelId="{5A2BB9EC-149D-4302-8751-3E00CAD72ED1}">
      <dsp:nvSpPr>
        <dsp:cNvPr id="0" name=""/>
        <dsp:cNvSpPr/>
      </dsp:nvSpPr>
      <dsp:spPr>
        <a:xfrm>
          <a:off x="7939624" y="998219"/>
          <a:ext cx="389366" cy="3893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0" tIns="15110" rIns="15110" bIns="1511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6</a:t>
          </a:r>
        </a:p>
      </dsp:txBody>
      <dsp:txXfrm>
        <a:off x="7996645" y="1055240"/>
        <a:ext cx="275324" cy="275324"/>
      </dsp:txXfrm>
    </dsp:sp>
    <dsp:sp modelId="{37B1DCEC-AB38-42DA-A5E8-7D2EC287C22D}">
      <dsp:nvSpPr>
        <dsp:cNvPr id="0" name=""/>
        <dsp:cNvSpPr/>
      </dsp:nvSpPr>
      <dsp:spPr>
        <a:xfrm>
          <a:off x="8134272" y="1459585"/>
          <a:ext cx="72" cy="24842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DD1FF2C-AF73-40A9-A4FB-9236A8A2F3C2}">
      <dsp:nvSpPr>
        <dsp:cNvPr id="0" name=""/>
        <dsp:cNvSpPr/>
      </dsp:nvSpPr>
      <dsp:spPr>
        <a:xfrm>
          <a:off x="7468877" y="1708012"/>
          <a:ext cx="1330861" cy="22185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75" tIns="165100" rIns="23475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Relevant document chunks retrieved.</a:t>
          </a:r>
          <a:r>
            <a:rPr lang="en-US" sz="1800" kern="12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rPr>
            <a:t>  </a:t>
          </a:r>
          <a:endParaRPr lang="en-US" sz="1800" kern="1200" dirty="0"/>
        </a:p>
      </dsp:txBody>
      <dsp:txXfrm>
        <a:off x="7507857" y="1746992"/>
        <a:ext cx="1252901" cy="2140540"/>
      </dsp:txXfrm>
    </dsp:sp>
    <dsp:sp modelId="{A92230BC-62DA-4672-BF16-22FD89E5C9C0}">
      <dsp:nvSpPr>
        <dsp:cNvPr id="0" name=""/>
        <dsp:cNvSpPr/>
      </dsp:nvSpPr>
      <dsp:spPr>
        <a:xfrm>
          <a:off x="8873675" y="1192866"/>
          <a:ext cx="739367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E9664E-9530-44AB-9687-716550FB0EF8}">
      <dsp:nvSpPr>
        <dsp:cNvPr id="0" name=""/>
        <dsp:cNvSpPr/>
      </dsp:nvSpPr>
      <dsp:spPr>
        <a:xfrm>
          <a:off x="9418360" y="998219"/>
          <a:ext cx="389366" cy="38936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110" tIns="15110" rIns="15110" bIns="1511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7</a:t>
          </a:r>
        </a:p>
      </dsp:txBody>
      <dsp:txXfrm>
        <a:off x="9475381" y="1055240"/>
        <a:ext cx="275324" cy="275324"/>
      </dsp:txXfrm>
    </dsp:sp>
    <dsp:sp modelId="{C3328C2B-E59F-4B69-8A09-4D9DCB58EDCE}">
      <dsp:nvSpPr>
        <dsp:cNvPr id="0" name=""/>
        <dsp:cNvSpPr/>
      </dsp:nvSpPr>
      <dsp:spPr>
        <a:xfrm>
          <a:off x="9613007" y="1459585"/>
          <a:ext cx="72" cy="24842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A3822A-7BD4-4E4D-B0D2-0DE08298A114}">
      <dsp:nvSpPr>
        <dsp:cNvPr id="0" name=""/>
        <dsp:cNvSpPr/>
      </dsp:nvSpPr>
      <dsp:spPr>
        <a:xfrm>
          <a:off x="8947612" y="1708012"/>
          <a:ext cx="1330861" cy="22185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75" tIns="165100" rIns="23475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A locally hosted LLM via </a:t>
          </a:r>
          <a:r>
            <a:rPr lang="en-US" sz="1800" kern="1200" dirty="0" err="1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Ollama</a:t>
          </a:r>
          <a:r>
            <a:rPr lang="en-US" sz="1800" kern="1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 generates the final response.</a:t>
          </a:r>
          <a:r>
            <a:rPr lang="en-US" sz="1800" kern="1200" dirty="0">
              <a:solidFill>
                <a:srgbClr val="000000"/>
              </a:solidFill>
              <a:latin typeface="DM Sans"/>
              <a:ea typeface="DM Sans"/>
              <a:cs typeface="DM Sans"/>
              <a:sym typeface="DM Sans"/>
            </a:rPr>
            <a:t> </a:t>
          </a:r>
          <a:endParaRPr lang="en-US" sz="1800" kern="1200" dirty="0"/>
        </a:p>
      </dsp:txBody>
      <dsp:txXfrm>
        <a:off x="8986592" y="1746992"/>
        <a:ext cx="1252901" cy="21405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4CB42D-CC9D-46AB-88D3-15B5EF079997}">
      <dsp:nvSpPr>
        <dsp:cNvPr id="0" name=""/>
        <dsp:cNvSpPr/>
      </dsp:nvSpPr>
      <dsp:spPr>
        <a:xfrm>
          <a:off x="397837" y="1382366"/>
          <a:ext cx="1098000" cy="1098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478636-7BDB-4F66-8072-6E49201ACD5E}">
      <dsp:nvSpPr>
        <dsp:cNvPr id="0" name=""/>
        <dsp:cNvSpPr/>
      </dsp:nvSpPr>
      <dsp:spPr>
        <a:xfrm>
          <a:off x="559837" y="1544366"/>
          <a:ext cx="774000" cy="774000"/>
        </a:xfrm>
        <a:prstGeom prst="ellipse">
          <a:avLst/>
        </a:prstGeom>
        <a:blipFill rotWithShape="1">
          <a:blip xmlns:r="http://schemas.openxmlformats.org/officeDocument/2006/relationships" r:embed="rId1"/>
          <a:srcRect/>
          <a:stretch>
            <a:fillRect t="-18000" b="-18000"/>
          </a:stretch>
        </a:blip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11032C-76DE-4C4F-B33F-75F1A4349132}">
      <dsp:nvSpPr>
        <dsp:cNvPr id="0" name=""/>
        <dsp:cNvSpPr/>
      </dsp:nvSpPr>
      <dsp:spPr>
        <a:xfrm>
          <a:off x="46837" y="282236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1800" b="0" kern="12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 Bold"/>
            </a:rPr>
            <a:t>Python</a:t>
          </a:r>
          <a:endParaRPr lang="en-US" sz="1800" b="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6837" y="2822366"/>
        <a:ext cx="1800000" cy="720000"/>
      </dsp:txXfrm>
    </dsp:sp>
    <dsp:sp modelId="{FFC9A743-715A-4013-8290-5A7115D455B2}">
      <dsp:nvSpPr>
        <dsp:cNvPr id="0" name=""/>
        <dsp:cNvSpPr/>
      </dsp:nvSpPr>
      <dsp:spPr>
        <a:xfrm>
          <a:off x="2512837" y="1382366"/>
          <a:ext cx="1098000" cy="1098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3EA2F8-8EC0-4708-9BFF-65218DE32CEF}">
      <dsp:nvSpPr>
        <dsp:cNvPr id="0" name=""/>
        <dsp:cNvSpPr/>
      </dsp:nvSpPr>
      <dsp:spPr>
        <a:xfrm>
          <a:off x="2674837" y="1544366"/>
          <a:ext cx="774000" cy="774000"/>
        </a:xfrm>
        <a:prstGeom prst="ellipse">
          <a:avLst/>
        </a:prstGeom>
        <a:blipFill rotWithShape="1">
          <a:blip xmlns:r="http://schemas.openxmlformats.org/officeDocument/2006/relationships" r:embed="rId2"/>
          <a:srcRect/>
          <a:stretch>
            <a:fillRect t="-8000" b="-8000"/>
          </a:stretch>
        </a:blip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67CC70-5016-4954-A088-F76B06D89904}">
      <dsp:nvSpPr>
        <dsp:cNvPr id="0" name=""/>
        <dsp:cNvSpPr/>
      </dsp:nvSpPr>
      <dsp:spPr>
        <a:xfrm>
          <a:off x="2161837" y="282236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1800" kern="12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LangChain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161837" y="2822366"/>
        <a:ext cx="1800000" cy="720000"/>
      </dsp:txXfrm>
    </dsp:sp>
    <dsp:sp modelId="{FC785A3E-4A6C-4F11-9C1D-3B6E927C9029}">
      <dsp:nvSpPr>
        <dsp:cNvPr id="0" name=""/>
        <dsp:cNvSpPr/>
      </dsp:nvSpPr>
      <dsp:spPr>
        <a:xfrm>
          <a:off x="4627837" y="1382366"/>
          <a:ext cx="1098000" cy="1098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CF043-7E07-4E84-B845-1EC4D64D9A4A}">
      <dsp:nvSpPr>
        <dsp:cNvPr id="0" name=""/>
        <dsp:cNvSpPr/>
      </dsp:nvSpPr>
      <dsp:spPr>
        <a:xfrm>
          <a:off x="4789837" y="1544366"/>
          <a:ext cx="774000" cy="774000"/>
        </a:xfrm>
        <a:prstGeom prst="ellipse">
          <a:avLst/>
        </a:prstGeom>
        <a:blipFill rotWithShape="1">
          <a:blip xmlns:r="http://schemas.openxmlformats.org/officeDocument/2006/relationships" r:embed="rId3"/>
          <a:srcRect/>
          <a:stretch>
            <a:fillRect t="-7000" b="-7000"/>
          </a:stretch>
        </a:blip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CB7E96-5C29-4C0F-B009-B67126B91E8F}">
      <dsp:nvSpPr>
        <dsp:cNvPr id="0" name=""/>
        <dsp:cNvSpPr/>
      </dsp:nvSpPr>
      <dsp:spPr>
        <a:xfrm>
          <a:off x="4276837" y="282236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1800" kern="12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Ollama</a:t>
          </a:r>
          <a:endParaRPr lang="en-US" sz="1800" kern="1200" dirty="0"/>
        </a:p>
      </dsp:txBody>
      <dsp:txXfrm>
        <a:off x="4276837" y="2822366"/>
        <a:ext cx="1800000" cy="720000"/>
      </dsp:txXfrm>
    </dsp:sp>
    <dsp:sp modelId="{44AB04AC-C500-4330-BD70-A011D05806A5}">
      <dsp:nvSpPr>
        <dsp:cNvPr id="0" name=""/>
        <dsp:cNvSpPr/>
      </dsp:nvSpPr>
      <dsp:spPr>
        <a:xfrm>
          <a:off x="6742837" y="1382366"/>
          <a:ext cx="1098000" cy="1098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D93E76-B637-4FD8-888A-9B8A6E27A548}">
      <dsp:nvSpPr>
        <dsp:cNvPr id="0" name=""/>
        <dsp:cNvSpPr/>
      </dsp:nvSpPr>
      <dsp:spPr>
        <a:xfrm>
          <a:off x="6904837" y="1544366"/>
          <a:ext cx="774000" cy="774000"/>
        </a:xfrm>
        <a:prstGeom prst="ellipse">
          <a:avLst/>
        </a:prstGeom>
        <a:blipFill rotWithShape="1">
          <a:blip xmlns:r="http://schemas.openxmlformats.org/officeDocument/2006/relationships" r:embed="rId4"/>
          <a:srcRect/>
          <a:stretch>
            <a:fillRect t="-9000" b="-9000"/>
          </a:stretch>
        </a:blip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2A6845-FCB6-4568-A2F4-074D67DE79FD}">
      <dsp:nvSpPr>
        <dsp:cNvPr id="0" name=""/>
        <dsp:cNvSpPr/>
      </dsp:nvSpPr>
      <dsp:spPr>
        <a:xfrm>
          <a:off x="6391837" y="282236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1800" kern="12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Chroma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6391837" y="2822366"/>
        <a:ext cx="1800000" cy="720000"/>
      </dsp:txXfrm>
    </dsp:sp>
    <dsp:sp modelId="{DA8394CE-C88C-4F77-99DF-9C57D03854DD}">
      <dsp:nvSpPr>
        <dsp:cNvPr id="0" name=""/>
        <dsp:cNvSpPr/>
      </dsp:nvSpPr>
      <dsp:spPr>
        <a:xfrm>
          <a:off x="8857837" y="1382366"/>
          <a:ext cx="1098000" cy="10980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155C3E-6C74-41EB-B23C-48DCF851FE55}">
      <dsp:nvSpPr>
        <dsp:cNvPr id="0" name=""/>
        <dsp:cNvSpPr/>
      </dsp:nvSpPr>
      <dsp:spPr>
        <a:xfrm>
          <a:off x="9019837" y="1544366"/>
          <a:ext cx="774000" cy="774000"/>
        </a:xfrm>
        <a:prstGeom prst="ellipse">
          <a:avLst/>
        </a:prstGeom>
        <a:blipFill rotWithShape="1">
          <a:blip xmlns:r="http://schemas.openxmlformats.org/officeDocument/2006/relationships" r:embed="rId5"/>
          <a:srcRect/>
          <a:stretch>
            <a:fillRect l="-16000" r="-16000"/>
          </a:stretch>
        </a:blip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441363-719C-440C-9910-9B70356A5314}">
      <dsp:nvSpPr>
        <dsp:cNvPr id="0" name=""/>
        <dsp:cNvSpPr/>
      </dsp:nvSpPr>
      <dsp:spPr>
        <a:xfrm>
          <a:off x="8506837" y="282236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/>
          </a:pPr>
          <a:r>
            <a:rPr lang="en-US" sz="2400" kern="12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Streamlit</a:t>
          </a:r>
          <a:endParaRPr lang="en-US" sz="2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8506837" y="2822366"/>
        <a:ext cx="18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A20255-0272-4403-B98A-CE31F7535BC1}">
      <dsp:nvSpPr>
        <dsp:cNvPr id="0" name=""/>
        <dsp:cNvSpPr/>
      </dsp:nvSpPr>
      <dsp:spPr>
        <a:xfrm>
          <a:off x="737719" y="1800"/>
          <a:ext cx="1554567" cy="7772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Results</a:t>
          </a:r>
        </a:p>
      </dsp:txBody>
      <dsp:txXfrm>
        <a:off x="760485" y="24566"/>
        <a:ext cx="1509035" cy="731751"/>
      </dsp:txXfrm>
    </dsp:sp>
    <dsp:sp modelId="{6B5BDDB0-E7B0-4F88-AA8A-8E9E4E6D2466}">
      <dsp:nvSpPr>
        <dsp:cNvPr id="0" name=""/>
        <dsp:cNvSpPr/>
      </dsp:nvSpPr>
      <dsp:spPr>
        <a:xfrm>
          <a:off x="893175" y="779084"/>
          <a:ext cx="155456" cy="5829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2962"/>
              </a:lnTo>
              <a:lnTo>
                <a:pt x="155456" y="58296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C2F014F-4FAB-41A8-922C-DB537C04D9A1}">
      <dsp:nvSpPr>
        <dsp:cNvPr id="0" name=""/>
        <dsp:cNvSpPr/>
      </dsp:nvSpPr>
      <dsp:spPr>
        <a:xfrm>
          <a:off x="1048632" y="973405"/>
          <a:ext cx="3804923" cy="7772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The RAG-based advising assistant successfully retrieves information from institutional documents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071398" y="996171"/>
        <a:ext cx="3759391" cy="731751"/>
      </dsp:txXfrm>
    </dsp:sp>
    <dsp:sp modelId="{76143C1B-6E1F-4D3F-9694-1360F9A578DF}">
      <dsp:nvSpPr>
        <dsp:cNvPr id="0" name=""/>
        <dsp:cNvSpPr/>
      </dsp:nvSpPr>
      <dsp:spPr>
        <a:xfrm>
          <a:off x="893175" y="779084"/>
          <a:ext cx="155456" cy="15545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4567"/>
              </a:lnTo>
              <a:lnTo>
                <a:pt x="155456" y="155456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2174BD-3301-4993-B6C4-F19214D2B3F6}">
      <dsp:nvSpPr>
        <dsp:cNvPr id="0" name=""/>
        <dsp:cNvSpPr/>
      </dsp:nvSpPr>
      <dsp:spPr>
        <a:xfrm>
          <a:off x="1048632" y="1945010"/>
          <a:ext cx="3847965" cy="7772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A</a:t>
          </a:r>
          <a:r>
            <a:rPr lang="en-US" sz="1800" u="none" strike="noStrike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nswers common student advising questions.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071398" y="1967776"/>
        <a:ext cx="3802433" cy="731751"/>
      </dsp:txXfrm>
    </dsp:sp>
    <dsp:sp modelId="{5DEDB176-A757-41D0-888E-5C211C00E2FE}">
      <dsp:nvSpPr>
        <dsp:cNvPr id="0" name=""/>
        <dsp:cNvSpPr/>
      </dsp:nvSpPr>
      <dsp:spPr>
        <a:xfrm>
          <a:off x="893175" y="779084"/>
          <a:ext cx="155456" cy="25261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6172"/>
              </a:lnTo>
              <a:lnTo>
                <a:pt x="155456" y="252617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A1CABF-0A24-4299-A505-FCFB225B0CAE}">
      <dsp:nvSpPr>
        <dsp:cNvPr id="0" name=""/>
        <dsp:cNvSpPr/>
      </dsp:nvSpPr>
      <dsp:spPr>
        <a:xfrm>
          <a:off x="1048632" y="2916615"/>
          <a:ext cx="3859034" cy="7772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Provides an interactive advising tool.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071398" y="2939381"/>
        <a:ext cx="3813502" cy="731751"/>
      </dsp:txXfrm>
    </dsp:sp>
    <dsp:sp modelId="{24CC75F1-D202-4114-9EEE-38CA5F477693}">
      <dsp:nvSpPr>
        <dsp:cNvPr id="0" name=""/>
        <dsp:cNvSpPr/>
      </dsp:nvSpPr>
      <dsp:spPr>
        <a:xfrm>
          <a:off x="4974327" y="1800"/>
          <a:ext cx="1554567" cy="7772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0800" dist="38100" dir="5400000" sy="96000" rotWithShape="0">
            <a:srgbClr val="000000">
              <a:alpha val="54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Limitations</a:t>
          </a:r>
        </a:p>
      </dsp:txBody>
      <dsp:txXfrm>
        <a:off x="4997093" y="24566"/>
        <a:ext cx="1509035" cy="731751"/>
      </dsp:txXfrm>
    </dsp:sp>
    <dsp:sp modelId="{BACA6485-1319-4191-8316-0B77D6B174CF}">
      <dsp:nvSpPr>
        <dsp:cNvPr id="0" name=""/>
        <dsp:cNvSpPr/>
      </dsp:nvSpPr>
      <dsp:spPr>
        <a:xfrm>
          <a:off x="5129783" y="779084"/>
          <a:ext cx="155456" cy="5829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82962"/>
              </a:lnTo>
              <a:lnTo>
                <a:pt x="155456" y="582962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C48739-121E-4EDF-9A02-CFF35721019B}">
      <dsp:nvSpPr>
        <dsp:cNvPr id="0" name=""/>
        <dsp:cNvSpPr/>
      </dsp:nvSpPr>
      <dsp:spPr>
        <a:xfrm>
          <a:off x="5285240" y="973405"/>
          <a:ext cx="4330715" cy="7772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Tables from spreadsheets and word documents may lose structure.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308006" y="996171"/>
        <a:ext cx="4285183" cy="731751"/>
      </dsp:txXfrm>
    </dsp:sp>
    <dsp:sp modelId="{8C9C38AB-953E-48EE-B345-9B3580B6F178}">
      <dsp:nvSpPr>
        <dsp:cNvPr id="0" name=""/>
        <dsp:cNvSpPr/>
      </dsp:nvSpPr>
      <dsp:spPr>
        <a:xfrm>
          <a:off x="5129783" y="779084"/>
          <a:ext cx="155456" cy="15545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4567"/>
              </a:lnTo>
              <a:lnTo>
                <a:pt x="155456" y="1554567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84A388-0394-4D19-A8E9-3B945255A888}">
      <dsp:nvSpPr>
        <dsp:cNvPr id="0" name=""/>
        <dsp:cNvSpPr/>
      </dsp:nvSpPr>
      <dsp:spPr>
        <a:xfrm>
          <a:off x="5285240" y="1945010"/>
          <a:ext cx="4291378" cy="77728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22860" rIns="3429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DM Sans"/>
            </a:rPr>
            <a:t>Retrieval can still return noisy chunks if the documents are messy.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  <a:sym typeface="DM Sans"/>
          </a:endParaRPr>
        </a:p>
      </dsp:txBody>
      <dsp:txXfrm>
        <a:off x="5308006" y="1967776"/>
        <a:ext cx="4245846" cy="73175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47EEE8-2385-4A30-BCA2-D0E63B792ADF}">
      <dsp:nvSpPr>
        <dsp:cNvPr id="0" name=""/>
        <dsp:cNvSpPr/>
      </dsp:nvSpPr>
      <dsp:spPr>
        <a:xfrm>
          <a:off x="7444792" y="-159586"/>
          <a:ext cx="1778839" cy="1779109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D5C09F-A3BF-4300-A59A-953976301BC3}">
      <dsp:nvSpPr>
        <dsp:cNvPr id="0" name=""/>
        <dsp:cNvSpPr/>
      </dsp:nvSpPr>
      <dsp:spPr>
        <a:xfrm>
          <a:off x="7867481" y="465760"/>
          <a:ext cx="988466" cy="494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Better handling of tabular data.</a:t>
          </a:r>
        </a:p>
      </dsp:txBody>
      <dsp:txXfrm>
        <a:off x="7867481" y="465760"/>
        <a:ext cx="988466" cy="494115"/>
      </dsp:txXfrm>
    </dsp:sp>
    <dsp:sp modelId="{68AC32B3-3656-4E71-9EBD-69CBBCA5C352}">
      <dsp:nvSpPr>
        <dsp:cNvPr id="0" name=""/>
        <dsp:cNvSpPr/>
      </dsp:nvSpPr>
      <dsp:spPr>
        <a:xfrm>
          <a:off x="6891739" y="1209037"/>
          <a:ext cx="1778839" cy="1779109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3A9749-D34D-46E9-9519-5B51BDC40503}">
      <dsp:nvSpPr>
        <dsp:cNvPr id="0" name=""/>
        <dsp:cNvSpPr/>
      </dsp:nvSpPr>
      <dsp:spPr>
        <a:xfrm>
          <a:off x="7365593" y="1837610"/>
          <a:ext cx="988466" cy="494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Structured storage for schedules</a:t>
          </a:r>
        </a:p>
      </dsp:txBody>
      <dsp:txXfrm>
        <a:off x="7365593" y="1837610"/>
        <a:ext cx="988466" cy="494115"/>
      </dsp:txXfrm>
    </dsp:sp>
    <dsp:sp modelId="{4426C60D-12B6-46BB-8A60-43C9848547FA}">
      <dsp:nvSpPr>
        <dsp:cNvPr id="0" name=""/>
        <dsp:cNvSpPr/>
      </dsp:nvSpPr>
      <dsp:spPr>
        <a:xfrm>
          <a:off x="7650058" y="2491254"/>
          <a:ext cx="1528298" cy="1528911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C866F2-B512-450E-AE8F-79A370A50180}">
      <dsp:nvSpPr>
        <dsp:cNvPr id="0" name=""/>
        <dsp:cNvSpPr/>
      </dsp:nvSpPr>
      <dsp:spPr>
        <a:xfrm>
          <a:off x="7879645" y="2995045"/>
          <a:ext cx="988466" cy="494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Improved retrieval strategies</a:t>
          </a:r>
        </a:p>
      </dsp:txBody>
      <dsp:txXfrm>
        <a:off x="7879645" y="2995045"/>
        <a:ext cx="988466" cy="4941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EB170C-0F01-4927-93E0-94EA9560F571}">
      <dsp:nvSpPr>
        <dsp:cNvPr id="0" name=""/>
        <dsp:cNvSpPr/>
      </dsp:nvSpPr>
      <dsp:spPr>
        <a:xfrm>
          <a:off x="0" y="0"/>
          <a:ext cx="8282940" cy="8130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48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Chroma vector database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https://www.trychroma.com </a:t>
          </a:r>
        </a:p>
      </dsp:txBody>
      <dsp:txXfrm>
        <a:off x="23814" y="23814"/>
        <a:ext cx="7336887" cy="765426"/>
      </dsp:txXfrm>
    </dsp:sp>
    <dsp:sp modelId="{BD24D5FF-2277-46DD-B4B1-55EAF15ED5A8}">
      <dsp:nvSpPr>
        <dsp:cNvPr id="0" name=""/>
        <dsp:cNvSpPr/>
      </dsp:nvSpPr>
      <dsp:spPr>
        <a:xfrm>
          <a:off x="693696" y="960882"/>
          <a:ext cx="8282940" cy="8130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48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LangChain</a:t>
          </a:r>
          <a:r>
            <a:rPr lang="en-US" sz="1800" i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documentation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https://python.langchain.com </a:t>
          </a:r>
        </a:p>
      </dsp:txBody>
      <dsp:txXfrm>
        <a:off x="717510" y="984696"/>
        <a:ext cx="7013130" cy="765426"/>
      </dsp:txXfrm>
    </dsp:sp>
    <dsp:sp modelId="{B69E0795-5EFF-493B-AC87-17531C6176BD}">
      <dsp:nvSpPr>
        <dsp:cNvPr id="0" name=""/>
        <dsp:cNvSpPr/>
      </dsp:nvSpPr>
      <dsp:spPr>
        <a:xfrm>
          <a:off x="1377038" y="1921764"/>
          <a:ext cx="8282940" cy="8130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48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Ollama</a:t>
          </a:r>
          <a:r>
            <a:rPr lang="en-US" sz="1800" i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: Run large language models locally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https://ollama.ai </a:t>
          </a:r>
        </a:p>
      </dsp:txBody>
      <dsp:txXfrm>
        <a:off x="1400852" y="1945578"/>
        <a:ext cx="7023484" cy="765426"/>
      </dsp:txXfrm>
    </dsp:sp>
    <dsp:sp modelId="{FF998866-0180-46A1-B008-EC731EC1F467}">
      <dsp:nvSpPr>
        <dsp:cNvPr id="0" name=""/>
        <dsp:cNvSpPr/>
      </dsp:nvSpPr>
      <dsp:spPr>
        <a:xfrm>
          <a:off x="2070734" y="2882646"/>
          <a:ext cx="8282940" cy="8130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48000"/>
                <a:satMod val="105000"/>
                <a:lumMod val="11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8000"/>
                <a:satMod val="109000"/>
                <a:lumMod val="100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i="1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Streamlit</a:t>
          </a:r>
          <a:r>
            <a:rPr lang="en-US" sz="1800" i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documentation</a:t>
          </a:r>
          <a:endParaRPr lang="en-US" sz="18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8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https://streamlit.io</a:t>
          </a:r>
        </a:p>
      </dsp:txBody>
      <dsp:txXfrm>
        <a:off x="2094548" y="2906460"/>
        <a:ext cx="7013130" cy="765426"/>
      </dsp:txXfrm>
    </dsp:sp>
    <dsp:sp modelId="{AF40AA62-8536-4F61-B382-CF5488BFA672}">
      <dsp:nvSpPr>
        <dsp:cNvPr id="0" name=""/>
        <dsp:cNvSpPr/>
      </dsp:nvSpPr>
      <dsp:spPr>
        <a:xfrm>
          <a:off x="7754454" y="622725"/>
          <a:ext cx="528485" cy="52848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7873363" y="622725"/>
        <a:ext cx="290667" cy="397685"/>
      </dsp:txXfrm>
    </dsp:sp>
    <dsp:sp modelId="{6EDCD7BD-3DA6-4E2A-A6A4-465710D5A106}">
      <dsp:nvSpPr>
        <dsp:cNvPr id="0" name=""/>
        <dsp:cNvSpPr/>
      </dsp:nvSpPr>
      <dsp:spPr>
        <a:xfrm>
          <a:off x="8448151" y="1583607"/>
          <a:ext cx="528485" cy="52848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8567060" y="1583607"/>
        <a:ext cx="290667" cy="397685"/>
      </dsp:txXfrm>
    </dsp:sp>
    <dsp:sp modelId="{82EFBEB6-4189-4DDE-83F6-51E71BDD8DD8}">
      <dsp:nvSpPr>
        <dsp:cNvPr id="0" name=""/>
        <dsp:cNvSpPr/>
      </dsp:nvSpPr>
      <dsp:spPr>
        <a:xfrm>
          <a:off x="9131493" y="2544489"/>
          <a:ext cx="528485" cy="52848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9250402" y="2544489"/>
        <a:ext cx="290667" cy="3976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NumberedLinearArrowProcess">
  <dgm:title val=""/>
  <dgm:desc val=""/>
  <dgm:catLst>
    <dgm:cat type="process" pri="17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9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1.7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ctrX" for="ch" forName="nodeText" refType="w" fact="0.5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ctrX" for="ch" forName="nodeText" refType="w" fact="0.5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ifMoreThanOneNode">
                  <dgm:choose name="firstNodeDirChoose">
                    <dgm:if name="firstNodeDirNorm" func="var" arg="dir" op="equ" val="norm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55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87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if>
                    <dgm:else name="firstNodeDirRev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1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084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else>
                  </dgm:choose>
                </dgm:else>
              </dgm:choose>
            </dgm:if>
            <dgm:if name="ifLastNode" axis="self" ptType="node" func="revPos" op="equ" val="1">
              <dgm:choose name="lastNodeDirChoose">
                <dgm:if name="last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lastNodeDirRev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l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if>
            <dgm:else name="allOtherNodes">
              <dgm:choose name="middleNodeDirChoose">
                <dgm:if name="middle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87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middleNodeDirRev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l" for="ch" forName="lineNode" refType="w" fact="0.1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084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else>
          </dgm:choose>
          <dgm:layoutNode name="lineNode" styleLbl="align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Node1">
            <dgm:alg type="sp"/>
            <dgm:choose name="arrowDirChoose">
              <dgm:if name="arrowNorm" func="var" arg="dir" op="equ" val="norm">
                <dgm:shape xmlns:r="http://schemas.openxmlformats.org/officeDocument/2006/relationships" type="chevron" r:blip="">
                  <dgm:adjLst>
                    <dgm:adj idx="1" val="0.9"/>
                  </dgm:adjLst>
                </dgm:shape>
              </dgm:if>
              <dgm:else name="arrowRev">
                <dgm:shape xmlns:r="http://schemas.openxmlformats.org/officeDocument/2006/relationships" rot="180" type="chevron" r:blip="">
                  <dgm:adjLst>
                    <dgm:adj idx="1" val="0.9"/>
                  </dgm:adjLst>
                </dgm:shape>
              </dgm:else>
            </dgm:choose>
            <dgm:presOf axis="self" ptType="node"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  <dgm:layoutNode name="verticalConnector" styleLbl="alignAccFollowNode1">
              <dgm:alg type="sp"/>
              <dgm:shape xmlns:r="http://schemas.openxmlformats.org/officeDocument/2006/relationships" type="rect" r:blip="">
                <dgm:adjLst/>
              </dgm:shape>
              <dgm:presOf/>
              <dgm:constrLst/>
              <dgm:ruleLst/>
            </dgm:layoutNode>
          </dgm:forEach>
          <dgm:presOf/>
          <dgm:ruleLst/>
        </dgm:layoutNode>
        <dgm:layoutNode name="nodeText" styleLbl="fgAcc1">
          <dgm:varLst>
            <dgm:bulletEnabled val="1"/>
          </dgm:varLst>
          <dgm:alg type="tx">
            <dgm:param type="parTxLTRAlign" val="ctr"/>
            <dgm:param type="parTxRTLAlign" val="r"/>
            <dgm:param type="txAnchorVert" val="t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secFontSz" val="16"/>
            <dgm:constr type="primFontSz" val="18"/>
            <dgm:constr type="h"/>
            <dgm:constr type="tMarg" val="13"/>
            <dgm:constr type="lMarg" refType="w" fact="0.05"/>
            <dgm:constr type="rMarg" refType="w" fact="0.05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4/layout/IconCircleLabelList">
  <dgm:title val=""/>
  <dgm:desc val=""/>
  <dgm:catLst>
    <dgm:cat type="list" pri="18500"/>
    <dgm:cat type="picture" pri="8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43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node1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solidFgAcc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80209-DF52-4C64-B728-F7214A225AE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B08B7-FED6-4F8E-ABFB-D365DD4CF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360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80209-DF52-4C64-B728-F7214A225AE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B08B7-FED6-4F8E-ABFB-D365DD4CF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31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80209-DF52-4C64-B728-F7214A225AE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B08B7-FED6-4F8E-ABFB-D365DD4CF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248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80209-DF52-4C64-B728-F7214A225AE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B08B7-FED6-4F8E-ABFB-D365DD4CF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157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80209-DF52-4C64-B728-F7214A225AE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B08B7-FED6-4F8E-ABFB-D365DD4CF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14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80209-DF52-4C64-B728-F7214A225AE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B08B7-FED6-4F8E-ABFB-D365DD4CF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68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80209-DF52-4C64-B728-F7214A225AE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B08B7-FED6-4F8E-ABFB-D365DD4CF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97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80209-DF52-4C64-B728-F7214A225AE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B08B7-FED6-4F8E-ABFB-D365DD4CF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522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80209-DF52-4C64-B728-F7214A225AE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B08B7-FED6-4F8E-ABFB-D365DD4CF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536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80209-DF52-4C64-B728-F7214A225AE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B08B7-FED6-4F8E-ABFB-D365DD4CF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102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80209-DF52-4C64-B728-F7214A225AE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B08B7-FED6-4F8E-ABFB-D365DD4CF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7256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80209-DF52-4C64-B728-F7214A225AE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B08B7-FED6-4F8E-ABFB-D365DD4CF3AB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05132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80209-DF52-4C64-B728-F7214A225AE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B08B7-FED6-4F8E-ABFB-D365DD4CF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283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80209-DF52-4C64-B728-F7214A225AE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B08B7-FED6-4F8E-ABFB-D365DD4CF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7810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80209-DF52-4C64-B728-F7214A225AE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B08B7-FED6-4F8E-ABFB-D365DD4CF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1029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80209-DF52-4C64-B728-F7214A225AE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B08B7-FED6-4F8E-ABFB-D365DD4CF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4710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80209-DF52-4C64-B728-F7214A225AE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B08B7-FED6-4F8E-ABFB-D365DD4CF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01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180209-DF52-4C64-B728-F7214A225AEB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B08B7-FED6-4F8E-ABFB-D365DD4CF3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70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6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image" Target="../media/image22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3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4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6EE9C-3B67-DF22-5E37-9F4CE7F8E8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3592" y="571757"/>
            <a:ext cx="9001462" cy="2387600"/>
          </a:xfrm>
        </p:spPr>
        <p:txBody>
          <a:bodyPr>
            <a:normAutofit/>
          </a:bodyPr>
          <a:lstStyle/>
          <a:p>
            <a:r>
              <a:rPr lang="en-US" b="1" cap="none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Advising Assistant Using Retrieval-Augmented Generation</a:t>
            </a:r>
            <a:endParaRPr lang="en-US" cap="none" dirty="0">
              <a:ln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A2A622-E35E-663F-38C1-0233309E50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3169419"/>
            <a:ext cx="9001462" cy="1655762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Angelin Tisha – March 2026</a:t>
            </a:r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40FB16DB-D714-3872-E391-14944553CC65}"/>
              </a:ext>
            </a:extLst>
          </p:cNvPr>
          <p:cNvSpPr/>
          <p:nvPr/>
        </p:nvSpPr>
        <p:spPr>
          <a:xfrm>
            <a:off x="4856827" y="674773"/>
            <a:ext cx="2321028" cy="583755"/>
          </a:xfrm>
          <a:custGeom>
            <a:avLst/>
            <a:gdLst/>
            <a:ahLst/>
            <a:cxnLst/>
            <a:rect l="l" t="t" r="r" b="b"/>
            <a:pathLst>
              <a:path w="2954843" h="901227">
                <a:moveTo>
                  <a:pt x="0" y="0"/>
                </a:moveTo>
                <a:lnTo>
                  <a:pt x="2954843" y="0"/>
                </a:lnTo>
                <a:lnTo>
                  <a:pt x="2954843" y="901227"/>
                </a:lnTo>
                <a:lnTo>
                  <a:pt x="0" y="9012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EFAD40-3B17-D565-4605-329EE1A25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859" y="3707006"/>
            <a:ext cx="2560964" cy="223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632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DAFCC-9AC1-A255-0716-6F0EFBEB73A0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l"/>
            <a:r>
              <a:rPr lang="en-US" cap="none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EA427-B6E6-1F61-0FEA-40FF5454AC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This Project?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7F1CDA-567B-5493-13D2-9ECF074A9A03}"/>
              </a:ext>
            </a:extLst>
          </p:cNvPr>
          <p:cNvSpPr txBox="1"/>
          <p:nvPr/>
        </p:nvSpPr>
        <p:spPr>
          <a:xfrm>
            <a:off x="1858298" y="2856271"/>
            <a:ext cx="33134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advising helps student understand: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Degree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 planning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Graduation progress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DC31C3-E16C-9255-E499-E9263513FD3D}"/>
              </a:ext>
            </a:extLst>
          </p:cNvPr>
          <p:cNvSpPr txBox="1"/>
          <p:nvPr/>
        </p:nvSpPr>
        <p:spPr>
          <a:xfrm>
            <a:off x="7556092" y="2856271"/>
            <a:ext cx="331347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However: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 frequently ask similar advising questions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Advisors spend time answering repetitive queries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F73703-22D7-0AC1-84D5-EE5DD3BB263B}"/>
              </a:ext>
            </a:extLst>
          </p:cNvPr>
          <p:cNvSpPr txBox="1"/>
          <p:nvPr/>
        </p:nvSpPr>
        <p:spPr>
          <a:xfrm>
            <a:off x="3687099" y="4867870"/>
            <a:ext cx="55257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Solution:</a:t>
            </a:r>
          </a:p>
          <a:p>
            <a:pPr algn="ctr"/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 an automated system that answers advising questions using institutional documents.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C275AD-8A3C-81F7-EBFD-5A4F77FBCC09}"/>
              </a:ext>
            </a:extLst>
          </p:cNvPr>
          <p:cNvCxnSpPr/>
          <p:nvPr/>
        </p:nvCxnSpPr>
        <p:spPr>
          <a:xfrm>
            <a:off x="6247992" y="3034496"/>
            <a:ext cx="0" cy="1101213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9A411A3-16FA-FEFB-A50F-F715442D0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005" y="813109"/>
            <a:ext cx="2042337" cy="17432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DC9E72A-E451-2D31-14BF-F176376567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006" y="4945267"/>
            <a:ext cx="1463167" cy="1303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903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3514A2-3250-4DA7-2695-DD30B86FB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cap="none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Objective</a:t>
            </a:r>
            <a:endParaRPr lang="en-US" dirty="0">
              <a:ln>
                <a:solidFill>
                  <a:schemeClr val="tx1"/>
                </a:solidFill>
              </a:ln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1F39D36-2C5E-A0E5-EE29-2576F5BB18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1516651"/>
              </p:ext>
            </p:extLst>
          </p:nvPr>
        </p:nvGraphicFramePr>
        <p:xfrm>
          <a:off x="1052349" y="2341306"/>
          <a:ext cx="10353675" cy="3695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6853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1E7FD-0822-6579-2E0E-E31ACB9AE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Architecture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5D6F7C5-4164-6C33-7B61-3448969E5C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8470734"/>
              </p:ext>
            </p:extLst>
          </p:nvPr>
        </p:nvGraphicFramePr>
        <p:xfrm>
          <a:off x="924530" y="1272760"/>
          <a:ext cx="10353675" cy="4924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A96B2211-E22A-BACE-686B-0B8ACA61EF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6360" y="5395315"/>
            <a:ext cx="3443261" cy="109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8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1BF67-CCD7-3A2F-7DB6-4B6CD939D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66BF8-3EAB-32BA-A898-68250FCE3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Tools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7CE471C-87DE-7124-381A-F26EDDD429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5944981"/>
              </p:ext>
            </p:extLst>
          </p:nvPr>
        </p:nvGraphicFramePr>
        <p:xfrm>
          <a:off x="1081692" y="1488803"/>
          <a:ext cx="10353675" cy="4924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36052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96A4CB-1912-D4BB-5473-EBB687C54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98C70-19B1-3EF0-BD99-C4D8060B9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F15767-E28D-FBE4-F09A-F04B188F9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24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Streamlit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Advising Assistant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7FF605-2143-5908-1DEB-ACADE5DEB8C0}"/>
              </a:ext>
            </a:extLst>
          </p:cNvPr>
          <p:cNvSpPr txBox="1"/>
          <p:nvPr/>
        </p:nvSpPr>
        <p:spPr>
          <a:xfrm>
            <a:off x="1858298" y="2856271"/>
            <a:ext cx="33134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chat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Students ask advising questions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application retrieves relevant document information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LLM generates responses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820B58-B3F5-32C0-A5EB-BDC45686047B}"/>
              </a:ext>
            </a:extLst>
          </p:cNvPr>
          <p:cNvSpPr txBox="1"/>
          <p:nvPr/>
        </p:nvSpPr>
        <p:spPr>
          <a:xfrm>
            <a:off x="7556092" y="2856271"/>
            <a:ext cx="33134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Core courses in Marketing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Graduation requirements for Accounting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 schedule and location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 information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F3B7D52-4E84-E46B-CD60-5FA1B3EF5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4057" y="757181"/>
            <a:ext cx="2718621" cy="1836974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BE6E8E1-0F9C-389D-C70F-F6FB95DAB192}"/>
              </a:ext>
            </a:extLst>
          </p:cNvPr>
          <p:cNvCxnSpPr/>
          <p:nvPr/>
        </p:nvCxnSpPr>
        <p:spPr>
          <a:xfrm>
            <a:off x="6090675" y="2961602"/>
            <a:ext cx="0" cy="21286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9942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BC2BE-DBC9-61B7-7547-202C4710B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Response Examples</a:t>
            </a:r>
          </a:p>
        </p:txBody>
      </p:sp>
      <p:sp>
        <p:nvSpPr>
          <p:cNvPr id="10" name="Freeform 12">
            <a:extLst>
              <a:ext uri="{FF2B5EF4-FFF2-40B4-BE49-F238E27FC236}">
                <a16:creationId xmlns:a16="http://schemas.microsoft.com/office/drawing/2014/main" id="{BA31698B-8A8A-1FFA-7288-87AAF15DEAC2}"/>
              </a:ext>
            </a:extLst>
          </p:cNvPr>
          <p:cNvSpPr/>
          <p:nvPr/>
        </p:nvSpPr>
        <p:spPr>
          <a:xfrm>
            <a:off x="913795" y="1622323"/>
            <a:ext cx="4482170" cy="4748980"/>
          </a:xfrm>
          <a:custGeom>
            <a:avLst/>
            <a:gdLst/>
            <a:ahLst/>
            <a:cxnLst/>
            <a:rect l="l" t="t" r="r" b="b"/>
            <a:pathLst>
              <a:path w="5117542" h="3825179">
                <a:moveTo>
                  <a:pt x="0" y="0"/>
                </a:moveTo>
                <a:lnTo>
                  <a:pt x="5117542" y="0"/>
                </a:lnTo>
                <a:lnTo>
                  <a:pt x="5117542" y="3825179"/>
                </a:lnTo>
                <a:lnTo>
                  <a:pt x="0" y="3825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83" r="-1346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57FC7B0C-E6F2-132B-9F61-C8CEAE3BF25D}"/>
              </a:ext>
            </a:extLst>
          </p:cNvPr>
          <p:cNvSpPr/>
          <p:nvPr/>
        </p:nvSpPr>
        <p:spPr>
          <a:xfrm>
            <a:off x="5497823" y="1622323"/>
            <a:ext cx="3210641" cy="1512447"/>
          </a:xfrm>
          <a:custGeom>
            <a:avLst/>
            <a:gdLst/>
            <a:ahLst/>
            <a:cxnLst/>
            <a:rect l="l" t="t" r="r" b="b"/>
            <a:pathLst>
              <a:path w="5118249" h="1963010">
                <a:moveTo>
                  <a:pt x="0" y="0"/>
                </a:moveTo>
                <a:lnTo>
                  <a:pt x="5118248" y="0"/>
                </a:lnTo>
                <a:lnTo>
                  <a:pt x="5118248" y="1963010"/>
                </a:lnTo>
                <a:lnTo>
                  <a:pt x="0" y="19630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484" r="-8436" b="-900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3">
            <a:extLst>
              <a:ext uri="{FF2B5EF4-FFF2-40B4-BE49-F238E27FC236}">
                <a16:creationId xmlns:a16="http://schemas.microsoft.com/office/drawing/2014/main" id="{258D91F8-409B-29D7-D354-C0BD2A767076}"/>
              </a:ext>
            </a:extLst>
          </p:cNvPr>
          <p:cNvSpPr/>
          <p:nvPr/>
        </p:nvSpPr>
        <p:spPr>
          <a:xfrm>
            <a:off x="8931441" y="1650091"/>
            <a:ext cx="3056243" cy="1456910"/>
          </a:xfrm>
          <a:custGeom>
            <a:avLst/>
            <a:gdLst/>
            <a:ahLst/>
            <a:cxnLst/>
            <a:rect l="l" t="t" r="r" b="b"/>
            <a:pathLst>
              <a:path w="5109554" h="1948471">
                <a:moveTo>
                  <a:pt x="0" y="0"/>
                </a:moveTo>
                <a:lnTo>
                  <a:pt x="5109554" y="0"/>
                </a:lnTo>
                <a:lnTo>
                  <a:pt x="5109554" y="1948471"/>
                </a:lnTo>
                <a:lnTo>
                  <a:pt x="0" y="19484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8">
            <a:extLst>
              <a:ext uri="{FF2B5EF4-FFF2-40B4-BE49-F238E27FC236}">
                <a16:creationId xmlns:a16="http://schemas.microsoft.com/office/drawing/2014/main" id="{21A4B697-892D-B299-7891-9EFB4C513E4B}"/>
              </a:ext>
            </a:extLst>
          </p:cNvPr>
          <p:cNvSpPr/>
          <p:nvPr/>
        </p:nvSpPr>
        <p:spPr>
          <a:xfrm>
            <a:off x="5497823" y="3251909"/>
            <a:ext cx="6489861" cy="3119393"/>
          </a:xfrm>
          <a:custGeom>
            <a:avLst/>
            <a:gdLst/>
            <a:ahLst/>
            <a:cxnLst/>
            <a:rect l="l" t="t" r="r" b="b"/>
            <a:pathLst>
              <a:path w="5121585" h="2210266">
                <a:moveTo>
                  <a:pt x="0" y="0"/>
                </a:moveTo>
                <a:lnTo>
                  <a:pt x="5121585" y="0"/>
                </a:lnTo>
                <a:lnTo>
                  <a:pt x="5121585" y="2210266"/>
                </a:lnTo>
                <a:lnTo>
                  <a:pt x="0" y="2210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455" t="-2178" r="-7588" b="-5702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FE2D30-BE15-AC9D-0AEE-AEF7D579731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2753" y="737382"/>
            <a:ext cx="807790" cy="78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970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131A-2A96-0024-7ABB-1BCEA94DD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6F9EF-C643-CBCE-21C7-12FCA3424732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cap="none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System Response Examples</a:t>
            </a:r>
          </a:p>
        </p:txBody>
      </p:sp>
      <p:sp>
        <p:nvSpPr>
          <p:cNvPr id="3" name="Freeform 18">
            <a:extLst>
              <a:ext uri="{FF2B5EF4-FFF2-40B4-BE49-F238E27FC236}">
                <a16:creationId xmlns:a16="http://schemas.microsoft.com/office/drawing/2014/main" id="{346ADD25-2F4D-400B-291A-A99ADA27C5DF}"/>
              </a:ext>
            </a:extLst>
          </p:cNvPr>
          <p:cNvSpPr/>
          <p:nvPr/>
        </p:nvSpPr>
        <p:spPr>
          <a:xfrm>
            <a:off x="1184332" y="1607058"/>
            <a:ext cx="9670482" cy="1627756"/>
          </a:xfrm>
          <a:custGeom>
            <a:avLst/>
            <a:gdLst/>
            <a:ahLst/>
            <a:cxnLst/>
            <a:rect l="l" t="t" r="r" b="b"/>
            <a:pathLst>
              <a:path w="5184639" h="1527330">
                <a:moveTo>
                  <a:pt x="0" y="0"/>
                </a:moveTo>
                <a:lnTo>
                  <a:pt x="5184639" y="0"/>
                </a:lnTo>
                <a:lnTo>
                  <a:pt x="5184639" y="1527330"/>
                </a:lnTo>
                <a:lnTo>
                  <a:pt x="0" y="1527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49" t="-309" r="-160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16">
            <a:extLst>
              <a:ext uri="{FF2B5EF4-FFF2-40B4-BE49-F238E27FC236}">
                <a16:creationId xmlns:a16="http://schemas.microsoft.com/office/drawing/2014/main" id="{92B1E94C-49E5-798C-880B-8CDBD3EB901D}"/>
              </a:ext>
            </a:extLst>
          </p:cNvPr>
          <p:cNvSpPr/>
          <p:nvPr/>
        </p:nvSpPr>
        <p:spPr>
          <a:xfrm>
            <a:off x="1184332" y="3429000"/>
            <a:ext cx="9670482" cy="1162665"/>
          </a:xfrm>
          <a:custGeom>
            <a:avLst/>
            <a:gdLst/>
            <a:ahLst/>
            <a:cxnLst/>
            <a:rect l="l" t="t" r="r" b="b"/>
            <a:pathLst>
              <a:path w="5097219" h="1095755">
                <a:moveTo>
                  <a:pt x="0" y="0"/>
                </a:moveTo>
                <a:lnTo>
                  <a:pt x="5097219" y="0"/>
                </a:lnTo>
                <a:lnTo>
                  <a:pt x="5097219" y="1095755"/>
                </a:lnTo>
                <a:lnTo>
                  <a:pt x="0" y="10957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054" t="-1602" r="-8045" b="-606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17">
            <a:extLst>
              <a:ext uri="{FF2B5EF4-FFF2-40B4-BE49-F238E27FC236}">
                <a16:creationId xmlns:a16="http://schemas.microsoft.com/office/drawing/2014/main" id="{FE555EDD-68D3-99F5-3CF3-7E4C550DF529}"/>
              </a:ext>
            </a:extLst>
          </p:cNvPr>
          <p:cNvSpPr/>
          <p:nvPr/>
        </p:nvSpPr>
        <p:spPr>
          <a:xfrm>
            <a:off x="1184333" y="4857135"/>
            <a:ext cx="4911668" cy="1681317"/>
          </a:xfrm>
          <a:custGeom>
            <a:avLst/>
            <a:gdLst/>
            <a:ahLst/>
            <a:cxnLst/>
            <a:rect l="l" t="t" r="r" b="b"/>
            <a:pathLst>
              <a:path w="5089877" h="2590384">
                <a:moveTo>
                  <a:pt x="0" y="0"/>
                </a:moveTo>
                <a:lnTo>
                  <a:pt x="5089878" y="0"/>
                </a:lnTo>
                <a:lnTo>
                  <a:pt x="5089878" y="2590384"/>
                </a:lnTo>
                <a:lnTo>
                  <a:pt x="0" y="25903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12">
            <a:extLst>
              <a:ext uri="{FF2B5EF4-FFF2-40B4-BE49-F238E27FC236}">
                <a16:creationId xmlns:a16="http://schemas.microsoft.com/office/drawing/2014/main" id="{431BEFC4-9707-D7DE-42AE-8AC0DA6293AB}"/>
              </a:ext>
            </a:extLst>
          </p:cNvPr>
          <p:cNvSpPr/>
          <p:nvPr/>
        </p:nvSpPr>
        <p:spPr>
          <a:xfrm>
            <a:off x="6297153" y="4802733"/>
            <a:ext cx="4557661" cy="1681318"/>
          </a:xfrm>
          <a:custGeom>
            <a:avLst/>
            <a:gdLst/>
            <a:ahLst/>
            <a:cxnLst/>
            <a:rect l="l" t="t" r="r" b="b"/>
            <a:pathLst>
              <a:path w="5139899" h="2523704">
                <a:moveTo>
                  <a:pt x="0" y="0"/>
                </a:moveTo>
                <a:lnTo>
                  <a:pt x="5139900" y="0"/>
                </a:lnTo>
                <a:lnTo>
                  <a:pt x="5139900" y="2523703"/>
                </a:lnTo>
                <a:lnTo>
                  <a:pt x="0" y="25237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CD5B3E-8264-EC08-9EC1-99E5107872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1112" y="725037"/>
            <a:ext cx="807790" cy="78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03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2043F-04DC-FE92-4DBD-E377A78A8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</a:rPr>
              <a:t>Conclusion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C346F1-4954-8285-B38C-A5C975C3A1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7580239"/>
              </p:ext>
            </p:extLst>
          </p:nvPr>
        </p:nvGraphicFramePr>
        <p:xfrm>
          <a:off x="914400" y="2095500"/>
          <a:ext cx="10353675" cy="3695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B698049-F3D8-67F6-9D45-9C6A5CCF12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85989" y="1935921"/>
            <a:ext cx="1198437" cy="103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920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A796A-5165-7550-5D5A-BC7031867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</a:rPr>
              <a:t>Future Improvement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90A1107F-8D92-ACCF-472E-4C87ECE247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8135709"/>
              </p:ext>
            </p:extLst>
          </p:nvPr>
        </p:nvGraphicFramePr>
        <p:xfrm>
          <a:off x="914400" y="2095500"/>
          <a:ext cx="10353675" cy="3695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932DCE1-1C91-2705-0C74-188AC901FA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9332" y="2655099"/>
            <a:ext cx="4521757" cy="268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116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31A65-17ED-6E3D-901A-247F49944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33BFC1-7102-F889-C82B-8A932C2B42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116434"/>
              </p:ext>
            </p:extLst>
          </p:nvPr>
        </p:nvGraphicFramePr>
        <p:xfrm>
          <a:off x="914400" y="2095500"/>
          <a:ext cx="10353675" cy="3695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5314EF9-363C-5826-7225-E64BF82BBEE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294" y="4922079"/>
            <a:ext cx="1847165" cy="1569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930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3A8DA-520D-DBDE-DD47-554F87847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100159"/>
            <a:ext cx="10353761" cy="1326321"/>
          </a:xfrm>
        </p:spPr>
        <p:txBody>
          <a:bodyPr>
            <a:normAutofit/>
          </a:bodyPr>
          <a:lstStyle/>
          <a:p>
            <a:r>
              <a:rPr lang="en-US" sz="4800" cap="none" dirty="0">
                <a:ln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DD5C361-4AA7-32C5-23BF-A85E222B7C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40968" y="2426480"/>
            <a:ext cx="1997588" cy="24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3702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758</TotalTime>
  <Words>290</Words>
  <Application>Microsoft Office PowerPoint</Application>
  <PresentationFormat>Widescreen</PresentationFormat>
  <Paragraphs>68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Bookman Old Style</vt:lpstr>
      <vt:lpstr>Calibri</vt:lpstr>
      <vt:lpstr>DM Sans</vt:lpstr>
      <vt:lpstr>Rockwell</vt:lpstr>
      <vt:lpstr>Damask</vt:lpstr>
      <vt:lpstr>Academic Advising Assistant Using Retrieval-Augmented Generation</vt:lpstr>
      <vt:lpstr>Introduction</vt:lpstr>
      <vt:lpstr>Project Objective</vt:lpstr>
      <vt:lpstr>System Architecture</vt:lpstr>
      <vt:lpstr>Key Tools</vt:lpstr>
      <vt:lpstr>Application Interface</vt:lpstr>
      <vt:lpstr>System Response Examples</vt:lpstr>
      <vt:lpstr>System Response Examples</vt:lpstr>
      <vt:lpstr>Conclusion</vt:lpstr>
      <vt:lpstr>Future Improvement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Tisha, Angelin</dc:creator>
  <cp:lastModifiedBy>Tisha, Angelin</cp:lastModifiedBy>
  <cp:revision>1</cp:revision>
  <dcterms:created xsi:type="dcterms:W3CDTF">2026-05-21T01:41:10Z</dcterms:created>
  <dcterms:modified xsi:type="dcterms:W3CDTF">2026-05-21T14:24:39Z</dcterms:modified>
</cp:coreProperties>
</file>